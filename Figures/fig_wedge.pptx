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68580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D8F3"/>
    <a:srgbClr val="FFD765"/>
    <a:srgbClr val="FFF2CC"/>
    <a:srgbClr val="E1E618"/>
    <a:srgbClr val="A5D872"/>
    <a:srgbClr val="7CD264"/>
    <a:srgbClr val="66D07F"/>
    <a:srgbClr val="DD9F9F"/>
    <a:srgbClr val="D6A6BB"/>
    <a:srgbClr val="EAD1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0" autoAdjust="0"/>
    <p:restoredTop sz="94660"/>
  </p:normalViewPr>
  <p:slideViewPr>
    <p:cSldViewPr snapToGrid="0">
      <p:cViewPr varScale="1">
        <p:scale>
          <a:sx n="250" d="100"/>
          <a:sy n="250" d="100"/>
        </p:scale>
        <p:origin x="154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448945"/>
            <a:ext cx="51435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1440815"/>
            <a:ext cx="51435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3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6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683895"/>
            <a:ext cx="5915025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1835785"/>
            <a:ext cx="5915025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51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730250"/>
            <a:ext cx="291465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730250"/>
            <a:ext cx="291465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4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46050"/>
            <a:ext cx="5915025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672465"/>
            <a:ext cx="2901255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1002030"/>
            <a:ext cx="2901255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672465"/>
            <a:ext cx="2915543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1002030"/>
            <a:ext cx="2915543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57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05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007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82880"/>
            <a:ext cx="2211883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394970"/>
            <a:ext cx="3471863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822960"/>
            <a:ext cx="2211883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406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82880"/>
            <a:ext cx="2211883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394970"/>
            <a:ext cx="3471863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822960"/>
            <a:ext cx="2211883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28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57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6" y="146050"/>
            <a:ext cx="1478756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7" y="146050"/>
            <a:ext cx="4350544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06/17/2026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93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146050"/>
            <a:ext cx="5915025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730250"/>
            <a:ext cx="5915025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2542540"/>
            <a:ext cx="154305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4808BA-7FDF-40FB-8D34-8FB57E054EF6}" type="datetimeFigureOut">
              <a:rPr lang="en-US" smtClean="0"/>
              <a:t>06/17/2026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2542540"/>
            <a:ext cx="2314575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2542540"/>
            <a:ext cx="154305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88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roup 272">
            <a:extLst>
              <a:ext uri="{FF2B5EF4-FFF2-40B4-BE49-F238E27FC236}">
                <a16:creationId xmlns:a16="http://schemas.microsoft.com/office/drawing/2014/main" id="{4480CB9C-86B1-A3D7-5BFB-E28F06BA7D29}"/>
              </a:ext>
            </a:extLst>
          </p:cNvPr>
          <p:cNvGrpSpPr/>
          <p:nvPr/>
        </p:nvGrpSpPr>
        <p:grpSpPr>
          <a:xfrm>
            <a:off x="53284" y="131444"/>
            <a:ext cx="6761117" cy="2474595"/>
            <a:chOff x="552539" y="293177"/>
            <a:chExt cx="5820104" cy="2130181"/>
          </a:xfrm>
        </p:grpSpPr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C49536C3-E088-A1C8-456A-89933FCCC9AC}"/>
                </a:ext>
              </a:extLst>
            </p:cNvPr>
            <p:cNvGrpSpPr/>
            <p:nvPr/>
          </p:nvGrpSpPr>
          <p:grpSpPr>
            <a:xfrm>
              <a:off x="2307247" y="1308735"/>
              <a:ext cx="529569" cy="661233"/>
              <a:chOff x="837808" y="1718018"/>
              <a:chExt cx="529569" cy="661233"/>
            </a:xfrm>
          </p:grpSpPr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04E070E7-48E3-C386-39D0-E62175DB56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7809" y="1718018"/>
                <a:ext cx="0" cy="525638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83EC26E6-F748-E677-B908-880C9061BC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7377" y="1853613"/>
                <a:ext cx="0" cy="52563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0F8E6125-B130-19FF-712F-6C79E52991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7809" y="1718018"/>
                <a:ext cx="529503" cy="13559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239FC2B1-D66D-F760-0B1A-E6162D7C75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7808" y="2243656"/>
                <a:ext cx="529503" cy="135595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242948E5-1E2D-B1E4-AA16-A8D564816C62}"/>
                </a:ext>
              </a:extLst>
            </p:cNvPr>
            <p:cNvGrpSpPr/>
            <p:nvPr/>
          </p:nvGrpSpPr>
          <p:grpSpPr>
            <a:xfrm>
              <a:off x="552539" y="293177"/>
              <a:ext cx="5820104" cy="2130181"/>
              <a:chOff x="552539" y="293177"/>
              <a:chExt cx="5820104" cy="2130181"/>
            </a:xfrm>
          </p:grpSpPr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FEF6A3BF-DC03-17DF-55F2-CD12A1CFF68B}"/>
                  </a:ext>
                </a:extLst>
              </p:cNvPr>
              <p:cNvGrpSpPr/>
              <p:nvPr/>
            </p:nvGrpSpPr>
            <p:grpSpPr>
              <a:xfrm>
                <a:off x="556482" y="1762125"/>
                <a:ext cx="529569" cy="661233"/>
                <a:chOff x="837808" y="1718018"/>
                <a:chExt cx="529569" cy="661233"/>
              </a:xfrm>
            </p:grpSpPr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C8F2125E-FC1E-02A3-8508-19321F146A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7809" y="1718018"/>
                  <a:ext cx="0" cy="52563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A5DC7B35-CBC4-F272-6D03-8F1EEF615B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67377" y="1853613"/>
                  <a:ext cx="0" cy="52563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CB4E7864-0680-99FB-E9BD-FE64041BBB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7809" y="1718018"/>
                  <a:ext cx="529503" cy="13559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A3C835FB-161C-39C7-A4F6-21D59BE594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7808" y="2243656"/>
                  <a:ext cx="529503" cy="13559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6" name="Group 265">
                <a:extLst>
                  <a:ext uri="{FF2B5EF4-FFF2-40B4-BE49-F238E27FC236}">
                    <a16:creationId xmlns:a16="http://schemas.microsoft.com/office/drawing/2014/main" id="{1938E5D0-734D-06FF-A6F1-7BDAEC0228B0}"/>
                  </a:ext>
                </a:extLst>
              </p:cNvPr>
              <p:cNvGrpSpPr/>
              <p:nvPr/>
            </p:nvGrpSpPr>
            <p:grpSpPr>
              <a:xfrm>
                <a:off x="552539" y="293177"/>
                <a:ext cx="5820104" cy="2128223"/>
                <a:chOff x="552539" y="293177"/>
                <a:chExt cx="5820104" cy="2128223"/>
              </a:xfrm>
            </p:grpSpPr>
            <p:grpSp>
              <p:nvGrpSpPr>
                <p:cNvPr id="200" name="Group 199">
                  <a:extLst>
                    <a:ext uri="{FF2B5EF4-FFF2-40B4-BE49-F238E27FC236}">
                      <a16:creationId xmlns:a16="http://schemas.microsoft.com/office/drawing/2014/main" id="{4DC1CA12-A822-0421-2DEC-50D6C0CBB969}"/>
                    </a:ext>
                  </a:extLst>
                </p:cNvPr>
                <p:cNvGrpSpPr/>
                <p:nvPr/>
              </p:nvGrpSpPr>
              <p:grpSpPr>
                <a:xfrm>
                  <a:off x="5573002" y="293724"/>
                  <a:ext cx="788466" cy="984498"/>
                  <a:chOff x="837808" y="1718018"/>
                  <a:chExt cx="529569" cy="661233"/>
                </a:xfrm>
              </p:grpSpPr>
              <p:cxnSp>
                <p:nvCxnSpPr>
                  <p:cNvPr id="201" name="Straight Connector 200">
                    <a:extLst>
                      <a:ext uri="{FF2B5EF4-FFF2-40B4-BE49-F238E27FC236}">
                        <a16:creationId xmlns:a16="http://schemas.microsoft.com/office/drawing/2014/main" id="{4E228444-8B77-0AE8-8468-4258C63904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37809" y="1718018"/>
                    <a:ext cx="0" cy="525638"/>
                  </a:xfrm>
                  <a:prstGeom prst="line">
                    <a:avLst/>
                  </a:prstGeom>
                  <a:ln w="9525">
                    <a:solidFill>
                      <a:schemeClr val="bg2">
                        <a:lumMod val="9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2" name="Straight Connector 201">
                    <a:extLst>
                      <a:ext uri="{FF2B5EF4-FFF2-40B4-BE49-F238E27FC236}">
                        <a16:creationId xmlns:a16="http://schemas.microsoft.com/office/drawing/2014/main" id="{EA3100AE-F4BD-D6F2-A62A-2AFDEA85EC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67377" y="1853613"/>
                    <a:ext cx="0" cy="525638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3" name="Straight Connector 202">
                    <a:extLst>
                      <a:ext uri="{FF2B5EF4-FFF2-40B4-BE49-F238E27FC236}">
                        <a16:creationId xmlns:a16="http://schemas.microsoft.com/office/drawing/2014/main" id="{E7F90D38-2B2D-2A8B-26FF-46F83DD5DB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37809" y="1718018"/>
                    <a:ext cx="529503" cy="135595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4" name="Straight Connector 203">
                    <a:extLst>
                      <a:ext uri="{FF2B5EF4-FFF2-40B4-BE49-F238E27FC236}">
                        <a16:creationId xmlns:a16="http://schemas.microsoft.com/office/drawing/2014/main" id="{5541B3CA-7005-3E27-F812-6BB9565195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37808" y="2243656"/>
                    <a:ext cx="529503" cy="135595"/>
                  </a:xfrm>
                  <a:prstGeom prst="line">
                    <a:avLst/>
                  </a:prstGeom>
                  <a:ln w="9525">
                    <a:solidFill>
                      <a:schemeClr val="bg2">
                        <a:lumMod val="9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5" name="Group 264">
                  <a:extLst>
                    <a:ext uri="{FF2B5EF4-FFF2-40B4-BE49-F238E27FC236}">
                      <a16:creationId xmlns:a16="http://schemas.microsoft.com/office/drawing/2014/main" id="{FE507E6A-C089-53B9-DBA0-682091BB8AC9}"/>
                    </a:ext>
                  </a:extLst>
                </p:cNvPr>
                <p:cNvGrpSpPr/>
                <p:nvPr/>
              </p:nvGrpSpPr>
              <p:grpSpPr>
                <a:xfrm>
                  <a:off x="552539" y="293177"/>
                  <a:ext cx="5820104" cy="2128223"/>
                  <a:chOff x="552539" y="293177"/>
                  <a:chExt cx="5820104" cy="2128223"/>
                </a:xfrm>
              </p:grpSpPr>
              <p:cxnSp>
                <p:nvCxnSpPr>
                  <p:cNvPr id="89" name="Straight Connector 88">
                    <a:extLst>
                      <a:ext uri="{FF2B5EF4-FFF2-40B4-BE49-F238E27FC236}">
                        <a16:creationId xmlns:a16="http://schemas.microsoft.com/office/drawing/2014/main" id="{54621803-C2F0-1392-5612-290BD3BAF5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05050" y="1689735"/>
                    <a:ext cx="946785" cy="144780"/>
                  </a:xfrm>
                  <a:prstGeom prst="line">
                    <a:avLst/>
                  </a:prstGeom>
                  <a:ln w="9525">
                    <a:solidFill>
                      <a:schemeClr val="bg2">
                        <a:lumMod val="9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3" name="Group 82">
                    <a:extLst>
                      <a:ext uri="{FF2B5EF4-FFF2-40B4-BE49-F238E27FC236}">
                        <a16:creationId xmlns:a16="http://schemas.microsoft.com/office/drawing/2014/main" id="{42443470-6215-4ED7-3486-00ADB8682A88}"/>
                      </a:ext>
                    </a:extLst>
                  </p:cNvPr>
                  <p:cNvGrpSpPr/>
                  <p:nvPr/>
                </p:nvGrpSpPr>
                <p:grpSpPr>
                  <a:xfrm>
                    <a:off x="552539" y="1308877"/>
                    <a:ext cx="2279752" cy="1112523"/>
                    <a:chOff x="529842" y="1371600"/>
                    <a:chExt cx="2279752" cy="1112523"/>
                  </a:xfrm>
                </p:grpSpPr>
                <p:cxnSp>
                  <p:nvCxnSpPr>
                    <p:cNvPr id="25" name="Straight Connector 24">
                      <a:extLst>
                        <a:ext uri="{FF2B5EF4-FFF2-40B4-BE49-F238E27FC236}">
                          <a16:creationId xmlns:a16="http://schemas.microsoft.com/office/drawing/2014/main" id="{9CA7C797-36D5-E368-C43A-78190C64DC7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65097" y="2029969"/>
                      <a:ext cx="1744497" cy="454154"/>
                    </a:xfrm>
                    <a:prstGeom prst="line">
                      <a:avLst/>
                    </a:prstGeom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" name="Straight Connector 25">
                      <a:extLst>
                        <a:ext uri="{FF2B5EF4-FFF2-40B4-BE49-F238E27FC236}">
                          <a16:creationId xmlns:a16="http://schemas.microsoft.com/office/drawing/2014/main" id="{5BC3E730-1942-2DA1-DC52-3BA9912DFFB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35468" y="1897734"/>
                      <a:ext cx="1746820" cy="450989"/>
                    </a:xfrm>
                    <a:prstGeom prst="line">
                      <a:avLst/>
                    </a:prstGeom>
                    <a:ln w="9525">
                      <a:solidFill>
                        <a:schemeClr val="bg2">
                          <a:lumMod val="9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Straight Connector 29">
                      <a:extLst>
                        <a:ext uri="{FF2B5EF4-FFF2-40B4-BE49-F238E27FC236}">
                          <a16:creationId xmlns:a16="http://schemas.microsoft.com/office/drawing/2014/main" id="{43F0DBA0-6ECB-EB80-C031-895F10AA713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29842" y="1371600"/>
                      <a:ext cx="1752446" cy="456223"/>
                    </a:xfrm>
                    <a:prstGeom prst="line">
                      <a:avLst/>
                    </a:prstGeom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" name="Straight Connector 32">
                      <a:extLst>
                        <a:ext uri="{FF2B5EF4-FFF2-40B4-BE49-F238E27FC236}">
                          <a16:creationId xmlns:a16="http://schemas.microsoft.com/office/drawing/2014/main" id="{CB7AFC04-E80C-3DAC-6CE3-38FCF753912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65097" y="1507195"/>
                      <a:ext cx="1744496" cy="454154"/>
                    </a:xfrm>
                    <a:prstGeom prst="line">
                      <a:avLst/>
                    </a:prstGeom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6" name="Group 75">
                    <a:extLst>
                      <a:ext uri="{FF2B5EF4-FFF2-40B4-BE49-F238E27FC236}">
                        <a16:creationId xmlns:a16="http://schemas.microsoft.com/office/drawing/2014/main" id="{C622B0FB-247E-12C4-69AA-E1576D830397}"/>
                      </a:ext>
                    </a:extLst>
                  </p:cNvPr>
                  <p:cNvGrpSpPr/>
                  <p:nvPr/>
                </p:nvGrpSpPr>
                <p:grpSpPr>
                  <a:xfrm>
                    <a:off x="3245884" y="293177"/>
                    <a:ext cx="3126759" cy="1594693"/>
                    <a:chOff x="3352563" y="345426"/>
                    <a:chExt cx="2098899" cy="1070470"/>
                  </a:xfrm>
                </p:grpSpPr>
                <p:cxnSp>
                  <p:nvCxnSpPr>
                    <p:cNvPr id="64" name="Straight Connector 63">
                      <a:extLst>
                        <a:ext uri="{FF2B5EF4-FFF2-40B4-BE49-F238E27FC236}">
                          <a16:creationId xmlns:a16="http://schemas.microsoft.com/office/drawing/2014/main" id="{CC295B60-F9D9-8327-FE9E-590590A0876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355279" y="869494"/>
                      <a:ext cx="1562893" cy="413400"/>
                    </a:xfrm>
                    <a:prstGeom prst="line">
                      <a:avLst/>
                    </a:prstGeom>
                    <a:ln w="9525">
                      <a:solidFill>
                        <a:schemeClr val="bg2">
                          <a:lumMod val="9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3" name="Straight Connector 62">
                      <a:extLst>
                        <a:ext uri="{FF2B5EF4-FFF2-40B4-BE49-F238E27FC236}">
                          <a16:creationId xmlns:a16="http://schemas.microsoft.com/office/drawing/2014/main" id="{6A3E1DC6-B13B-FD89-FFA8-D4C3AC4D6B1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3879869" y="1006755"/>
                      <a:ext cx="1571593" cy="409141"/>
                    </a:xfrm>
                    <a:prstGeom prst="line">
                      <a:avLst/>
                    </a:prstGeom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" name="Straight Connector 64">
                      <a:extLst>
                        <a:ext uri="{FF2B5EF4-FFF2-40B4-BE49-F238E27FC236}">
                          <a16:creationId xmlns:a16="http://schemas.microsoft.com/office/drawing/2014/main" id="{319EB45B-3D6F-D856-09CD-9928CFC6201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352563" y="345426"/>
                      <a:ext cx="1561589" cy="412100"/>
                    </a:xfrm>
                    <a:prstGeom prst="line">
                      <a:avLst/>
                    </a:prstGeom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Straight Connector 71">
                      <a:extLst>
                        <a:ext uri="{FF2B5EF4-FFF2-40B4-BE49-F238E27FC236}">
                          <a16:creationId xmlns:a16="http://schemas.microsoft.com/office/drawing/2014/main" id="{50AED5E8-867C-C1FA-8568-F8C4D6CD8A8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880853" y="483981"/>
                      <a:ext cx="1570609" cy="408888"/>
                    </a:xfrm>
                    <a:prstGeom prst="line">
                      <a:avLst/>
                    </a:prstGeom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81" name="Straight Connector 80">
                    <a:extLst>
                      <a:ext uri="{FF2B5EF4-FFF2-40B4-BE49-F238E27FC236}">
                        <a16:creationId xmlns:a16="http://schemas.microsoft.com/office/drawing/2014/main" id="{FB7E558D-A3A6-F33E-0348-4775D40754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831450" y="1887366"/>
                    <a:ext cx="1199531" cy="79657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07BC6F0B-EDCB-8842-0841-89B7BBE2DA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05050" y="906780"/>
                    <a:ext cx="942975" cy="401955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5" name="Group 204">
                    <a:extLst>
                      <a:ext uri="{FF2B5EF4-FFF2-40B4-BE49-F238E27FC236}">
                        <a16:creationId xmlns:a16="http://schemas.microsoft.com/office/drawing/2014/main" id="{46FDFD64-4635-FE3A-1FAD-DCB638D9710A}"/>
                      </a:ext>
                    </a:extLst>
                  </p:cNvPr>
                  <p:cNvGrpSpPr/>
                  <p:nvPr/>
                </p:nvGrpSpPr>
                <p:grpSpPr>
                  <a:xfrm>
                    <a:off x="3249832" y="906927"/>
                    <a:ext cx="785619" cy="980943"/>
                    <a:chOff x="837808" y="1718018"/>
                    <a:chExt cx="529569" cy="661233"/>
                  </a:xfrm>
                </p:grpSpPr>
                <p:cxnSp>
                  <p:nvCxnSpPr>
                    <p:cNvPr id="208" name="Straight Connector 207">
                      <a:extLst>
                        <a:ext uri="{FF2B5EF4-FFF2-40B4-BE49-F238E27FC236}">
                          <a16:creationId xmlns:a16="http://schemas.microsoft.com/office/drawing/2014/main" id="{1E78B45B-38BD-554F-A307-CCB6D8C2B59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37809" y="1718018"/>
                      <a:ext cx="0" cy="525638"/>
                    </a:xfrm>
                    <a:prstGeom prst="line">
                      <a:avLst/>
                    </a:prstGeom>
                    <a:ln w="9525">
                      <a:solidFill>
                        <a:schemeClr val="bg2">
                          <a:lumMod val="9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9" name="Straight Connector 208">
                      <a:extLst>
                        <a:ext uri="{FF2B5EF4-FFF2-40B4-BE49-F238E27FC236}">
                          <a16:creationId xmlns:a16="http://schemas.microsoft.com/office/drawing/2014/main" id="{745DE947-325C-28B6-D532-BC7F9D6AED3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367377" y="1853613"/>
                      <a:ext cx="0" cy="525638"/>
                    </a:xfrm>
                    <a:prstGeom prst="line">
                      <a:avLst/>
                    </a:prstGeom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1" name="Straight Connector 210">
                      <a:extLst>
                        <a:ext uri="{FF2B5EF4-FFF2-40B4-BE49-F238E27FC236}">
                          <a16:creationId xmlns:a16="http://schemas.microsoft.com/office/drawing/2014/main" id="{18C7890C-E80A-CD22-A4EF-F523E317AC6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37809" y="1718018"/>
                      <a:ext cx="529503" cy="135595"/>
                    </a:xfrm>
                    <a:prstGeom prst="line">
                      <a:avLst/>
                    </a:prstGeom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2" name="Straight Connector 211">
                      <a:extLst>
                        <a:ext uri="{FF2B5EF4-FFF2-40B4-BE49-F238E27FC236}">
                          <a16:creationId xmlns:a16="http://schemas.microsoft.com/office/drawing/2014/main" id="{4425BD3D-8DB2-23BB-C28F-A0FEA86F050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37808" y="2243656"/>
                      <a:ext cx="529503" cy="135595"/>
                    </a:xfrm>
                    <a:prstGeom prst="line">
                      <a:avLst/>
                    </a:prstGeom>
                    <a:ln w="9525">
                      <a:solidFill>
                        <a:schemeClr val="bg2">
                          <a:lumMod val="9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85" name="Straight Connector 84">
                    <a:extLst>
                      <a:ext uri="{FF2B5EF4-FFF2-40B4-BE49-F238E27FC236}">
                        <a16:creationId xmlns:a16="http://schemas.microsoft.com/office/drawing/2014/main" id="{0AD7107A-D0C6-39EF-DB47-C5FE02E9ED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836545" y="1106527"/>
                    <a:ext cx="1194872" cy="339368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5CC4596A-DC39-91BF-E4F3-340FA0622F6C}"/>
              </a:ext>
            </a:extLst>
          </p:cNvPr>
          <p:cNvCxnSpPr>
            <a:cxnSpLocks/>
          </p:cNvCxnSpPr>
          <p:nvPr/>
        </p:nvCxnSpPr>
        <p:spPr>
          <a:xfrm>
            <a:off x="2749494" y="1532972"/>
            <a:ext cx="660405" cy="127113"/>
          </a:xfrm>
          <a:prstGeom prst="line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8CB5BF65-AC71-35A1-93EE-18FBD9355642}"/>
              </a:ext>
            </a:extLst>
          </p:cNvPr>
          <p:cNvSpPr txBox="1"/>
          <p:nvPr/>
        </p:nvSpPr>
        <p:spPr>
          <a:xfrm>
            <a:off x="1642696" y="2408050"/>
            <a:ext cx="52950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Inboard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D01F932B-26C7-4F93-9FA7-78CF8083640F}"/>
              </a:ext>
            </a:extLst>
          </p:cNvPr>
          <p:cNvSpPr txBox="1"/>
          <p:nvPr/>
        </p:nvSpPr>
        <p:spPr>
          <a:xfrm>
            <a:off x="5547612" y="1697087"/>
            <a:ext cx="68879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Outboard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A372EF24-72A5-1CD0-BC44-1163DB22DE92}"/>
              </a:ext>
            </a:extLst>
          </p:cNvPr>
          <p:cNvSpPr txBox="1"/>
          <p:nvPr/>
        </p:nvSpPr>
        <p:spPr>
          <a:xfrm>
            <a:off x="2034540" y="520993"/>
            <a:ext cx="905697" cy="30777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14 MeV neutron</a:t>
            </a:r>
            <a:b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line source</a:t>
            </a:r>
          </a:p>
        </p:txBody>
      </p:sp>
      <p:cxnSp>
        <p:nvCxnSpPr>
          <p:cNvPr id="240" name="Connector: Curved 239">
            <a:extLst>
              <a:ext uri="{FF2B5EF4-FFF2-40B4-BE49-F238E27FC236}">
                <a16:creationId xmlns:a16="http://schemas.microsoft.com/office/drawing/2014/main" id="{54AE8FFE-3442-A53A-93DF-33C7FC16BB3C}"/>
              </a:ext>
            </a:extLst>
          </p:cNvPr>
          <p:cNvCxnSpPr>
            <a:cxnSpLocks/>
            <a:stCxn id="237" idx="2"/>
          </p:cNvCxnSpPr>
          <p:nvPr/>
        </p:nvCxnSpPr>
        <p:spPr>
          <a:xfrm rot="16200000" flipH="1">
            <a:off x="2436447" y="879712"/>
            <a:ext cx="681618" cy="579734"/>
          </a:xfrm>
          <a:prstGeom prst="curvedConnector3">
            <a:avLst>
              <a:gd name="adj1" fmla="val 50000"/>
            </a:avLst>
          </a:prstGeom>
          <a:ln w="6350">
            <a:solidFill>
              <a:srgbClr val="C00000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TextBox 253">
            <a:extLst>
              <a:ext uri="{FF2B5EF4-FFF2-40B4-BE49-F238E27FC236}">
                <a16:creationId xmlns:a16="http://schemas.microsoft.com/office/drawing/2014/main" id="{415F1618-FCE7-3934-A075-C279A0E7782C}"/>
              </a:ext>
            </a:extLst>
          </p:cNvPr>
          <p:cNvSpPr txBox="1"/>
          <p:nvPr/>
        </p:nvSpPr>
        <p:spPr>
          <a:xfrm>
            <a:off x="3364841" y="2421750"/>
            <a:ext cx="110319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reflective walls</a:t>
            </a:r>
          </a:p>
        </p:txBody>
      </p:sp>
      <p:cxnSp>
        <p:nvCxnSpPr>
          <p:cNvPr id="256" name="Connector: Curved 255">
            <a:extLst>
              <a:ext uri="{FF2B5EF4-FFF2-40B4-BE49-F238E27FC236}">
                <a16:creationId xmlns:a16="http://schemas.microsoft.com/office/drawing/2014/main" id="{27B775B3-9C7F-C526-5983-9A806177826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22585" y="1940850"/>
            <a:ext cx="484042" cy="435652"/>
          </a:xfrm>
          <a:prstGeom prst="curvedConnector3">
            <a:avLst/>
          </a:prstGeom>
          <a:ln w="6350">
            <a:solidFill>
              <a:srgbClr val="C00000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: Curved 256">
            <a:extLst>
              <a:ext uri="{FF2B5EF4-FFF2-40B4-BE49-F238E27FC236}">
                <a16:creationId xmlns:a16="http://schemas.microsoft.com/office/drawing/2014/main" id="{3255BA95-F603-67F1-A4D2-D763C92D2522}"/>
              </a:ext>
            </a:extLst>
          </p:cNvPr>
          <p:cNvCxnSpPr>
            <a:cxnSpLocks/>
          </p:cNvCxnSpPr>
          <p:nvPr/>
        </p:nvCxnSpPr>
        <p:spPr>
          <a:xfrm rot="10800000">
            <a:off x="2444366" y="2213558"/>
            <a:ext cx="848587" cy="300001"/>
          </a:xfrm>
          <a:prstGeom prst="curvedConnector3">
            <a:avLst/>
          </a:prstGeom>
          <a:ln w="6350">
            <a:solidFill>
              <a:srgbClr val="C00000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: Curved 259">
            <a:extLst>
              <a:ext uri="{FF2B5EF4-FFF2-40B4-BE49-F238E27FC236}">
                <a16:creationId xmlns:a16="http://schemas.microsoft.com/office/drawing/2014/main" id="{40848D59-4F5E-7061-917D-DFF0C27FE0F5}"/>
              </a:ext>
            </a:extLst>
          </p:cNvPr>
          <p:cNvCxnSpPr>
            <a:cxnSpLocks/>
          </p:cNvCxnSpPr>
          <p:nvPr/>
        </p:nvCxnSpPr>
        <p:spPr>
          <a:xfrm rot="16200000" flipV="1">
            <a:off x="3323838" y="2147735"/>
            <a:ext cx="326518" cy="179405"/>
          </a:xfrm>
          <a:prstGeom prst="curvedConnector3">
            <a:avLst/>
          </a:prstGeom>
          <a:ln w="6350">
            <a:solidFill>
              <a:srgbClr val="C00000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TextBox 288">
            <a:extLst>
              <a:ext uri="{FF2B5EF4-FFF2-40B4-BE49-F238E27FC236}">
                <a16:creationId xmlns:a16="http://schemas.microsoft.com/office/drawing/2014/main" id="{2974DDEF-F7B4-884E-0603-321767F8CEA0}"/>
              </a:ext>
            </a:extLst>
          </p:cNvPr>
          <p:cNvSpPr txBox="1"/>
          <p:nvPr/>
        </p:nvSpPr>
        <p:spPr>
          <a:xfrm>
            <a:off x="184513" y="616970"/>
            <a:ext cx="1473456" cy="61555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Inboard and outboard walls are scaled to match the ratio of volumes in full D-shaped models</a:t>
            </a:r>
          </a:p>
        </p:txBody>
      </p:sp>
    </p:spTree>
    <p:extLst>
      <p:ext uri="{BB962C8B-B14F-4D97-AF65-F5344CB8AC3E}">
        <p14:creationId xmlns:p14="http://schemas.microsoft.com/office/powerpoint/2010/main" val="2655950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577</TotalTime>
  <Words>26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Park</dc:creator>
  <cp:lastModifiedBy>Patrick Park</cp:lastModifiedBy>
  <cp:revision>438</cp:revision>
  <dcterms:created xsi:type="dcterms:W3CDTF">2025-10-20T19:52:52Z</dcterms:created>
  <dcterms:modified xsi:type="dcterms:W3CDTF">2026-06-17T07:00:57Z</dcterms:modified>
</cp:coreProperties>
</file>