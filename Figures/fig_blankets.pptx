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</p:sldIdLst>
  <p:sldSz cx="6858000" cy="23780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D8F3"/>
    <a:srgbClr val="FFD765"/>
    <a:srgbClr val="FFF2CC"/>
    <a:srgbClr val="E1E618"/>
    <a:srgbClr val="A5D872"/>
    <a:srgbClr val="7CD264"/>
    <a:srgbClr val="66D07F"/>
    <a:srgbClr val="DD9F9F"/>
    <a:srgbClr val="D6A6BB"/>
    <a:srgbClr val="EAD1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40" autoAdjust="0"/>
    <p:restoredTop sz="94658"/>
  </p:normalViewPr>
  <p:slideViewPr>
    <p:cSldViewPr snapToGrid="0">
      <p:cViewPr>
        <p:scale>
          <a:sx n="218" d="100"/>
          <a:sy n="218" d="100"/>
        </p:scale>
        <p:origin x="872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389190"/>
            <a:ext cx="5143500" cy="827922"/>
          </a:xfrm>
        </p:spPr>
        <p:txBody>
          <a:bodyPr anchor="b"/>
          <a:lstStyle>
            <a:lvl1pPr algn="ctr">
              <a:defRPr sz="20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1249040"/>
            <a:ext cx="5143500" cy="574151"/>
          </a:xfrm>
        </p:spPr>
        <p:txBody>
          <a:bodyPr/>
          <a:lstStyle>
            <a:lvl1pPr marL="0" indent="0" algn="ctr">
              <a:buNone/>
              <a:defRPr sz="832"/>
            </a:lvl1pPr>
            <a:lvl2pPr marL="158557" indent="0" algn="ctr">
              <a:buNone/>
              <a:defRPr sz="694"/>
            </a:lvl2pPr>
            <a:lvl3pPr marL="317114" indent="0" algn="ctr">
              <a:buNone/>
              <a:defRPr sz="624"/>
            </a:lvl3pPr>
            <a:lvl4pPr marL="475671" indent="0" algn="ctr">
              <a:buNone/>
              <a:defRPr sz="555"/>
            </a:lvl4pPr>
            <a:lvl5pPr marL="634228" indent="0" algn="ctr">
              <a:buNone/>
              <a:defRPr sz="555"/>
            </a:lvl5pPr>
            <a:lvl6pPr marL="792785" indent="0" algn="ctr">
              <a:buNone/>
              <a:defRPr sz="555"/>
            </a:lvl6pPr>
            <a:lvl7pPr marL="951342" indent="0" algn="ctr">
              <a:buNone/>
              <a:defRPr sz="555"/>
            </a:lvl7pPr>
            <a:lvl8pPr marL="1109899" indent="0" algn="ctr">
              <a:buNone/>
              <a:defRPr sz="555"/>
            </a:lvl8pPr>
            <a:lvl9pPr marL="1268456" indent="0" algn="ctr">
              <a:buNone/>
              <a:defRPr sz="55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86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21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592868"/>
            <a:ext cx="5915025" cy="989213"/>
          </a:xfrm>
        </p:spPr>
        <p:txBody>
          <a:bodyPr anchor="b"/>
          <a:lstStyle>
            <a:lvl1pPr>
              <a:defRPr sz="20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1591439"/>
            <a:ext cx="5915025" cy="520204"/>
          </a:xfrm>
        </p:spPr>
        <p:txBody>
          <a:bodyPr/>
          <a:lstStyle>
            <a:lvl1pPr marL="0" indent="0">
              <a:buNone/>
              <a:defRPr sz="832">
                <a:solidFill>
                  <a:schemeClr val="tx1">
                    <a:tint val="82000"/>
                  </a:schemeClr>
                </a:solidFill>
              </a:defRPr>
            </a:lvl1pPr>
            <a:lvl2pPr marL="158557" indent="0">
              <a:buNone/>
              <a:defRPr sz="694">
                <a:solidFill>
                  <a:schemeClr val="tx1">
                    <a:tint val="82000"/>
                  </a:schemeClr>
                </a:solidFill>
              </a:defRPr>
            </a:lvl2pPr>
            <a:lvl3pPr marL="317114" indent="0">
              <a:buNone/>
              <a:defRPr sz="624">
                <a:solidFill>
                  <a:schemeClr val="tx1">
                    <a:tint val="82000"/>
                  </a:schemeClr>
                </a:solidFill>
              </a:defRPr>
            </a:lvl3pPr>
            <a:lvl4pPr marL="475671" indent="0">
              <a:buNone/>
              <a:defRPr sz="555">
                <a:solidFill>
                  <a:schemeClr val="tx1">
                    <a:tint val="82000"/>
                  </a:schemeClr>
                </a:solidFill>
              </a:defRPr>
            </a:lvl4pPr>
            <a:lvl5pPr marL="634228" indent="0">
              <a:buNone/>
              <a:defRPr sz="555">
                <a:solidFill>
                  <a:schemeClr val="tx1">
                    <a:tint val="82000"/>
                  </a:schemeClr>
                </a:solidFill>
              </a:defRPr>
            </a:lvl5pPr>
            <a:lvl6pPr marL="792785" indent="0">
              <a:buNone/>
              <a:defRPr sz="555">
                <a:solidFill>
                  <a:schemeClr val="tx1">
                    <a:tint val="82000"/>
                  </a:schemeClr>
                </a:solidFill>
              </a:defRPr>
            </a:lvl6pPr>
            <a:lvl7pPr marL="951342" indent="0">
              <a:buNone/>
              <a:defRPr sz="555">
                <a:solidFill>
                  <a:schemeClr val="tx1">
                    <a:tint val="82000"/>
                  </a:schemeClr>
                </a:solidFill>
              </a:defRPr>
            </a:lvl7pPr>
            <a:lvl8pPr marL="1109899" indent="0">
              <a:buNone/>
              <a:defRPr sz="555">
                <a:solidFill>
                  <a:schemeClr val="tx1">
                    <a:tint val="82000"/>
                  </a:schemeClr>
                </a:solidFill>
              </a:defRPr>
            </a:lvl8pPr>
            <a:lvl9pPr marL="1268456" indent="0">
              <a:buNone/>
              <a:defRPr sz="55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757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633052"/>
            <a:ext cx="2914650" cy="150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633052"/>
            <a:ext cx="2914650" cy="150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413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26611"/>
            <a:ext cx="5915025" cy="459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582959"/>
            <a:ext cx="2901255" cy="285699"/>
          </a:xfrm>
        </p:spPr>
        <p:txBody>
          <a:bodyPr anchor="b"/>
          <a:lstStyle>
            <a:lvl1pPr marL="0" indent="0">
              <a:buNone/>
              <a:defRPr sz="832" b="1"/>
            </a:lvl1pPr>
            <a:lvl2pPr marL="158557" indent="0">
              <a:buNone/>
              <a:defRPr sz="694" b="1"/>
            </a:lvl2pPr>
            <a:lvl3pPr marL="317114" indent="0">
              <a:buNone/>
              <a:defRPr sz="624" b="1"/>
            </a:lvl3pPr>
            <a:lvl4pPr marL="475671" indent="0">
              <a:buNone/>
              <a:defRPr sz="555" b="1"/>
            </a:lvl4pPr>
            <a:lvl5pPr marL="634228" indent="0">
              <a:buNone/>
              <a:defRPr sz="555" b="1"/>
            </a:lvl5pPr>
            <a:lvl6pPr marL="792785" indent="0">
              <a:buNone/>
              <a:defRPr sz="555" b="1"/>
            </a:lvl6pPr>
            <a:lvl7pPr marL="951342" indent="0">
              <a:buNone/>
              <a:defRPr sz="555" b="1"/>
            </a:lvl7pPr>
            <a:lvl8pPr marL="1109899" indent="0">
              <a:buNone/>
              <a:defRPr sz="555" b="1"/>
            </a:lvl8pPr>
            <a:lvl9pPr marL="1268456" indent="0">
              <a:buNone/>
              <a:defRPr sz="55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868658"/>
            <a:ext cx="2901255" cy="12776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582959"/>
            <a:ext cx="2915543" cy="285699"/>
          </a:xfrm>
        </p:spPr>
        <p:txBody>
          <a:bodyPr anchor="b"/>
          <a:lstStyle>
            <a:lvl1pPr marL="0" indent="0">
              <a:buNone/>
              <a:defRPr sz="832" b="1"/>
            </a:lvl1pPr>
            <a:lvl2pPr marL="158557" indent="0">
              <a:buNone/>
              <a:defRPr sz="694" b="1"/>
            </a:lvl2pPr>
            <a:lvl3pPr marL="317114" indent="0">
              <a:buNone/>
              <a:defRPr sz="624" b="1"/>
            </a:lvl3pPr>
            <a:lvl4pPr marL="475671" indent="0">
              <a:buNone/>
              <a:defRPr sz="555" b="1"/>
            </a:lvl4pPr>
            <a:lvl5pPr marL="634228" indent="0">
              <a:buNone/>
              <a:defRPr sz="555" b="1"/>
            </a:lvl5pPr>
            <a:lvl6pPr marL="792785" indent="0">
              <a:buNone/>
              <a:defRPr sz="555" b="1"/>
            </a:lvl6pPr>
            <a:lvl7pPr marL="951342" indent="0">
              <a:buNone/>
              <a:defRPr sz="555" b="1"/>
            </a:lvl7pPr>
            <a:lvl8pPr marL="1109899" indent="0">
              <a:buNone/>
              <a:defRPr sz="555" b="1"/>
            </a:lvl8pPr>
            <a:lvl9pPr marL="1268456" indent="0">
              <a:buNone/>
              <a:defRPr sz="55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868658"/>
            <a:ext cx="2915543" cy="12776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736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76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31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58538"/>
            <a:ext cx="2211883" cy="554884"/>
          </a:xfrm>
        </p:spPr>
        <p:txBody>
          <a:bodyPr anchor="b"/>
          <a:lstStyle>
            <a:lvl1pPr>
              <a:defRPr sz="11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342399"/>
            <a:ext cx="3471863" cy="1689975"/>
          </a:xfrm>
        </p:spPr>
        <p:txBody>
          <a:bodyPr/>
          <a:lstStyle>
            <a:lvl1pPr>
              <a:defRPr sz="1110"/>
            </a:lvl1pPr>
            <a:lvl2pPr>
              <a:defRPr sz="971"/>
            </a:lvl2pPr>
            <a:lvl3pPr>
              <a:defRPr sz="832"/>
            </a:lvl3pPr>
            <a:lvl4pPr>
              <a:defRPr sz="694"/>
            </a:lvl4pPr>
            <a:lvl5pPr>
              <a:defRPr sz="694"/>
            </a:lvl5pPr>
            <a:lvl6pPr>
              <a:defRPr sz="694"/>
            </a:lvl6pPr>
            <a:lvl7pPr>
              <a:defRPr sz="694"/>
            </a:lvl7pPr>
            <a:lvl8pPr>
              <a:defRPr sz="694"/>
            </a:lvl8pPr>
            <a:lvl9pPr>
              <a:defRPr sz="6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713423"/>
            <a:ext cx="2211883" cy="1321703"/>
          </a:xfrm>
        </p:spPr>
        <p:txBody>
          <a:bodyPr/>
          <a:lstStyle>
            <a:lvl1pPr marL="0" indent="0">
              <a:buNone/>
              <a:defRPr sz="555"/>
            </a:lvl1pPr>
            <a:lvl2pPr marL="158557" indent="0">
              <a:buNone/>
              <a:defRPr sz="486"/>
            </a:lvl2pPr>
            <a:lvl3pPr marL="317114" indent="0">
              <a:buNone/>
              <a:defRPr sz="416"/>
            </a:lvl3pPr>
            <a:lvl4pPr marL="475671" indent="0">
              <a:buNone/>
              <a:defRPr sz="347"/>
            </a:lvl4pPr>
            <a:lvl5pPr marL="634228" indent="0">
              <a:buNone/>
              <a:defRPr sz="347"/>
            </a:lvl5pPr>
            <a:lvl6pPr marL="792785" indent="0">
              <a:buNone/>
              <a:defRPr sz="347"/>
            </a:lvl6pPr>
            <a:lvl7pPr marL="951342" indent="0">
              <a:buNone/>
              <a:defRPr sz="347"/>
            </a:lvl7pPr>
            <a:lvl8pPr marL="1109899" indent="0">
              <a:buNone/>
              <a:defRPr sz="347"/>
            </a:lvl8pPr>
            <a:lvl9pPr marL="1268456" indent="0">
              <a:buNone/>
              <a:defRPr sz="34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48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58538"/>
            <a:ext cx="2211883" cy="554884"/>
          </a:xfrm>
        </p:spPr>
        <p:txBody>
          <a:bodyPr anchor="b"/>
          <a:lstStyle>
            <a:lvl1pPr>
              <a:defRPr sz="11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342399"/>
            <a:ext cx="3471863" cy="1689975"/>
          </a:xfrm>
        </p:spPr>
        <p:txBody>
          <a:bodyPr anchor="t"/>
          <a:lstStyle>
            <a:lvl1pPr marL="0" indent="0">
              <a:buNone/>
              <a:defRPr sz="1110"/>
            </a:lvl1pPr>
            <a:lvl2pPr marL="158557" indent="0">
              <a:buNone/>
              <a:defRPr sz="971"/>
            </a:lvl2pPr>
            <a:lvl3pPr marL="317114" indent="0">
              <a:buNone/>
              <a:defRPr sz="832"/>
            </a:lvl3pPr>
            <a:lvl4pPr marL="475671" indent="0">
              <a:buNone/>
              <a:defRPr sz="694"/>
            </a:lvl4pPr>
            <a:lvl5pPr marL="634228" indent="0">
              <a:buNone/>
              <a:defRPr sz="694"/>
            </a:lvl5pPr>
            <a:lvl6pPr marL="792785" indent="0">
              <a:buNone/>
              <a:defRPr sz="694"/>
            </a:lvl6pPr>
            <a:lvl7pPr marL="951342" indent="0">
              <a:buNone/>
              <a:defRPr sz="694"/>
            </a:lvl7pPr>
            <a:lvl8pPr marL="1109899" indent="0">
              <a:buNone/>
              <a:defRPr sz="694"/>
            </a:lvl8pPr>
            <a:lvl9pPr marL="1268456" indent="0">
              <a:buNone/>
              <a:defRPr sz="69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713423"/>
            <a:ext cx="2211883" cy="1321703"/>
          </a:xfrm>
        </p:spPr>
        <p:txBody>
          <a:bodyPr/>
          <a:lstStyle>
            <a:lvl1pPr marL="0" indent="0">
              <a:buNone/>
              <a:defRPr sz="555"/>
            </a:lvl1pPr>
            <a:lvl2pPr marL="158557" indent="0">
              <a:buNone/>
              <a:defRPr sz="486"/>
            </a:lvl2pPr>
            <a:lvl3pPr marL="317114" indent="0">
              <a:buNone/>
              <a:defRPr sz="416"/>
            </a:lvl3pPr>
            <a:lvl4pPr marL="475671" indent="0">
              <a:buNone/>
              <a:defRPr sz="347"/>
            </a:lvl4pPr>
            <a:lvl5pPr marL="634228" indent="0">
              <a:buNone/>
              <a:defRPr sz="347"/>
            </a:lvl5pPr>
            <a:lvl6pPr marL="792785" indent="0">
              <a:buNone/>
              <a:defRPr sz="347"/>
            </a:lvl6pPr>
            <a:lvl7pPr marL="951342" indent="0">
              <a:buNone/>
              <a:defRPr sz="347"/>
            </a:lvl7pPr>
            <a:lvl8pPr marL="1109899" indent="0">
              <a:buNone/>
              <a:defRPr sz="347"/>
            </a:lvl8pPr>
            <a:lvl9pPr marL="1268456" indent="0">
              <a:buNone/>
              <a:defRPr sz="34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7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845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6" y="126610"/>
            <a:ext cx="1478756" cy="201530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7" y="126610"/>
            <a:ext cx="4350544" cy="20153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08BA-7FDF-40FB-8D34-8FB57E054EF6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647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126611"/>
            <a:ext cx="5915025" cy="45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633052"/>
            <a:ext cx="5915025" cy="1508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2204124"/>
            <a:ext cx="1543050" cy="126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4808BA-7FDF-40FB-8D34-8FB57E054EF6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2204124"/>
            <a:ext cx="2314575" cy="126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2204124"/>
            <a:ext cx="1543050" cy="126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3959FA-C5BF-4449-8102-178112F7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6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317114" rtl="0" eaLnBrk="1" latinLnBrk="0" hangingPunct="1">
        <a:lnSpc>
          <a:spcPct val="90000"/>
        </a:lnSpc>
        <a:spcBef>
          <a:spcPct val="0"/>
        </a:spcBef>
        <a:buNone/>
        <a:defRPr sz="15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9278" indent="-79278" algn="l" defTabSz="31711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971" kern="1200">
          <a:solidFill>
            <a:schemeClr val="tx1"/>
          </a:solidFill>
          <a:latin typeface="+mn-lt"/>
          <a:ea typeface="+mn-ea"/>
          <a:cs typeface="+mn-cs"/>
        </a:defRPr>
      </a:lvl1pPr>
      <a:lvl2pPr marL="237835" indent="-79278" algn="l" defTabSz="317114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832" kern="1200">
          <a:solidFill>
            <a:schemeClr val="tx1"/>
          </a:solidFill>
          <a:latin typeface="+mn-lt"/>
          <a:ea typeface="+mn-ea"/>
          <a:cs typeface="+mn-cs"/>
        </a:defRPr>
      </a:lvl2pPr>
      <a:lvl3pPr marL="396392" indent="-79278" algn="l" defTabSz="317114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94" kern="1200">
          <a:solidFill>
            <a:schemeClr val="tx1"/>
          </a:solidFill>
          <a:latin typeface="+mn-lt"/>
          <a:ea typeface="+mn-ea"/>
          <a:cs typeface="+mn-cs"/>
        </a:defRPr>
      </a:lvl3pPr>
      <a:lvl4pPr marL="554949" indent="-79278" algn="l" defTabSz="317114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4pPr>
      <a:lvl5pPr marL="713506" indent="-79278" algn="l" defTabSz="317114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5pPr>
      <a:lvl6pPr marL="872063" indent="-79278" algn="l" defTabSz="317114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6pPr>
      <a:lvl7pPr marL="1030620" indent="-79278" algn="l" defTabSz="317114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7pPr>
      <a:lvl8pPr marL="1189177" indent="-79278" algn="l" defTabSz="317114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8pPr>
      <a:lvl9pPr marL="1347734" indent="-79278" algn="l" defTabSz="317114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7114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1pPr>
      <a:lvl2pPr marL="158557" algn="l" defTabSz="317114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2pPr>
      <a:lvl3pPr marL="317114" algn="l" defTabSz="317114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3pPr>
      <a:lvl4pPr marL="475671" algn="l" defTabSz="317114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4pPr>
      <a:lvl5pPr marL="634228" algn="l" defTabSz="317114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5pPr>
      <a:lvl6pPr marL="792785" algn="l" defTabSz="317114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6pPr>
      <a:lvl7pPr marL="951342" algn="l" defTabSz="317114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7pPr>
      <a:lvl8pPr marL="1109899" algn="l" defTabSz="317114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8pPr>
      <a:lvl9pPr marL="1268456" algn="l" defTabSz="317114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72695B32-1CBF-7DDE-7546-5D404E33B3D7}"/>
              </a:ext>
            </a:extLst>
          </p:cNvPr>
          <p:cNvSpPr txBox="1"/>
          <p:nvPr/>
        </p:nvSpPr>
        <p:spPr>
          <a:xfrm>
            <a:off x="404379" y="-1739"/>
            <a:ext cx="224691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Inboard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D76DE7-B183-C0DC-995A-1FFBC4B77F04}"/>
              </a:ext>
            </a:extLst>
          </p:cNvPr>
          <p:cNvSpPr txBox="1"/>
          <p:nvPr/>
        </p:nvSpPr>
        <p:spPr>
          <a:xfrm>
            <a:off x="4591274" y="-1739"/>
            <a:ext cx="224691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Outboard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3D7AB00-F9F2-E4F7-7D1D-33A37409DB82}"/>
              </a:ext>
            </a:extLst>
          </p:cNvPr>
          <p:cNvSpPr txBox="1"/>
          <p:nvPr/>
        </p:nvSpPr>
        <p:spPr>
          <a:xfrm>
            <a:off x="5184" y="443996"/>
            <a:ext cx="35586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FLiBe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A4ACD7C-2CC4-D03B-C7EA-1713FF35A4B9}"/>
              </a:ext>
            </a:extLst>
          </p:cNvPr>
          <p:cNvSpPr txBox="1"/>
          <p:nvPr/>
        </p:nvSpPr>
        <p:spPr>
          <a:xfrm>
            <a:off x="1173" y="1117215"/>
            <a:ext cx="36388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HCPB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B89C17E-6536-C982-03E2-DF048F0A3383}"/>
              </a:ext>
            </a:extLst>
          </p:cNvPr>
          <p:cNvSpPr txBox="1"/>
          <p:nvPr/>
        </p:nvSpPr>
        <p:spPr>
          <a:xfrm>
            <a:off x="5184" y="1940753"/>
            <a:ext cx="34304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DCLL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75767E3-8D9E-5668-BC65-885725FC6DD1}"/>
              </a:ext>
            </a:extLst>
          </p:cNvPr>
          <p:cNvSpPr txBox="1"/>
          <p:nvPr/>
        </p:nvSpPr>
        <p:spPr>
          <a:xfrm>
            <a:off x="529228" y="635177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B35EB46-942D-392E-70D6-01B73C9401D6}"/>
              </a:ext>
            </a:extLst>
          </p:cNvPr>
          <p:cNvSpPr txBox="1"/>
          <p:nvPr/>
        </p:nvSpPr>
        <p:spPr>
          <a:xfrm>
            <a:off x="1470036" y="259138"/>
            <a:ext cx="269304" cy="123111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FLiBe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0A951BD-E493-7D83-BCD3-019275A9107C}"/>
              </a:ext>
            </a:extLst>
          </p:cNvPr>
          <p:cNvSpPr txBox="1"/>
          <p:nvPr/>
        </p:nvSpPr>
        <p:spPr>
          <a:xfrm>
            <a:off x="4086488" y="251339"/>
            <a:ext cx="757137" cy="117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same as inboard</a:t>
            </a:r>
          </a:p>
        </p:txBody>
      </p: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074266DF-1532-1164-7143-951FDFB676FF}"/>
              </a:ext>
            </a:extLst>
          </p:cNvPr>
          <p:cNvGrpSpPr/>
          <p:nvPr/>
        </p:nvGrpSpPr>
        <p:grpSpPr>
          <a:xfrm>
            <a:off x="1867293" y="1079426"/>
            <a:ext cx="4202727" cy="230416"/>
            <a:chOff x="1867290" y="1238052"/>
            <a:chExt cx="4202727" cy="23041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76B8A7A-8287-3196-9526-80060FB70496}"/>
                </a:ext>
              </a:extLst>
            </p:cNvPr>
            <p:cNvSpPr/>
            <p:nvPr/>
          </p:nvSpPr>
          <p:spPr>
            <a:xfrm>
              <a:off x="2095304" y="1239864"/>
              <a:ext cx="822960" cy="228599"/>
            </a:xfrm>
            <a:prstGeom prst="rect">
              <a:avLst/>
            </a:prstGeom>
            <a:solidFill>
              <a:srgbClr val="DD9F9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339E6D3-B309-8095-EDCB-D731963EEFCB}"/>
                </a:ext>
              </a:extLst>
            </p:cNvPr>
            <p:cNvSpPr/>
            <p:nvPr/>
          </p:nvSpPr>
          <p:spPr>
            <a:xfrm>
              <a:off x="2918342" y="1239861"/>
              <a:ext cx="228600" cy="22859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691C30C-47D5-8AA2-42BF-74746830D088}"/>
                </a:ext>
              </a:extLst>
            </p:cNvPr>
            <p:cNvSpPr/>
            <p:nvPr/>
          </p:nvSpPr>
          <p:spPr>
            <a:xfrm>
              <a:off x="3146950" y="1239862"/>
              <a:ext cx="27432" cy="228599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2B9387F-943B-B127-83F2-3BB20FC5BDE2}"/>
                </a:ext>
              </a:extLst>
            </p:cNvPr>
            <p:cNvSpPr/>
            <p:nvPr/>
          </p:nvSpPr>
          <p:spPr>
            <a:xfrm>
              <a:off x="1867290" y="1239861"/>
              <a:ext cx="228600" cy="22859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4E23A47-3921-DEDA-0B65-0120E7BD1F21}"/>
                </a:ext>
              </a:extLst>
            </p:cNvPr>
            <p:cNvSpPr/>
            <p:nvPr/>
          </p:nvSpPr>
          <p:spPr>
            <a:xfrm>
              <a:off x="3177823" y="1239869"/>
              <a:ext cx="914400" cy="228599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67000">
                  <a:schemeClr val="accent5">
                    <a:lumMod val="60000"/>
                    <a:lumOff val="40000"/>
                  </a:schemeClr>
                </a:gs>
                <a:gs pos="33000">
                  <a:schemeClr val="accent5">
                    <a:lumMod val="60000"/>
                    <a:lumOff val="40000"/>
                  </a:schemeClr>
                </a:gs>
                <a:gs pos="50000">
                  <a:schemeClr val="accent5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6E959DF-EC35-D186-0736-5ED0954D6C3E}"/>
                </a:ext>
              </a:extLst>
            </p:cNvPr>
            <p:cNvSpPr/>
            <p:nvPr/>
          </p:nvSpPr>
          <p:spPr>
            <a:xfrm>
              <a:off x="4343349" y="1238055"/>
              <a:ext cx="1499615" cy="228599"/>
            </a:xfrm>
            <a:prstGeom prst="rect">
              <a:avLst/>
            </a:prstGeom>
            <a:solidFill>
              <a:srgbClr val="DD9F9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762B045D-CA3C-A963-0D86-4703408ABFFF}"/>
                </a:ext>
              </a:extLst>
            </p:cNvPr>
            <p:cNvSpPr/>
            <p:nvPr/>
          </p:nvSpPr>
          <p:spPr>
            <a:xfrm>
              <a:off x="5841417" y="1238052"/>
              <a:ext cx="228600" cy="22859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7FF0FD72-0475-4191-45B7-FA62F324BA3F}"/>
                </a:ext>
              </a:extLst>
            </p:cNvPr>
            <p:cNvSpPr/>
            <p:nvPr/>
          </p:nvSpPr>
          <p:spPr>
            <a:xfrm>
              <a:off x="4088914" y="1238053"/>
              <a:ext cx="27432" cy="228599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3ACB160-43D6-38EA-C3F5-7CEFF8FAF8CC}"/>
                </a:ext>
              </a:extLst>
            </p:cNvPr>
            <p:cNvSpPr/>
            <p:nvPr/>
          </p:nvSpPr>
          <p:spPr>
            <a:xfrm>
              <a:off x="4116337" y="1238054"/>
              <a:ext cx="228600" cy="22859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0F6542CD-CFEE-8C32-2AD9-7ED698864502}"/>
                </a:ext>
              </a:extLst>
            </p:cNvPr>
            <p:cNvSpPr txBox="1"/>
            <p:nvPr/>
          </p:nvSpPr>
          <p:spPr>
            <a:xfrm>
              <a:off x="3177815" y="1292543"/>
              <a:ext cx="914400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plasma</a:t>
              </a:r>
            </a:p>
          </p:txBody>
        </p:sp>
      </p:grpSp>
      <p:sp>
        <p:nvSpPr>
          <p:cNvPr id="182" name="TextBox 181">
            <a:extLst>
              <a:ext uri="{FF2B5EF4-FFF2-40B4-BE49-F238E27FC236}">
                <a16:creationId xmlns:a16="http://schemas.microsoft.com/office/drawing/2014/main" id="{94083FA4-4CD2-115C-8E82-CC11AEFC0E23}"/>
              </a:ext>
            </a:extLst>
          </p:cNvPr>
          <p:cNvSpPr txBox="1"/>
          <p:nvPr/>
        </p:nvSpPr>
        <p:spPr>
          <a:xfrm>
            <a:off x="2988993" y="2142923"/>
            <a:ext cx="54502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1CAC97B-25E2-B817-5D9F-399B6CFF783F}"/>
              </a:ext>
            </a:extLst>
          </p:cNvPr>
          <p:cNvSpPr txBox="1"/>
          <p:nvPr/>
        </p:nvSpPr>
        <p:spPr>
          <a:xfrm>
            <a:off x="1963271" y="1578409"/>
            <a:ext cx="566982" cy="117725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breeding ch.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680718E5-F347-726F-DCF4-9D024E510D41}"/>
              </a:ext>
            </a:extLst>
          </p:cNvPr>
          <p:cNvSpPr txBox="1"/>
          <p:nvPr/>
        </p:nvSpPr>
        <p:spPr>
          <a:xfrm>
            <a:off x="1461545" y="1770217"/>
            <a:ext cx="371897" cy="117725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manifold</a:t>
            </a:r>
          </a:p>
        </p:txBody>
      </p: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3B1D519E-09FC-6BE0-12C8-8234E454B5F5}"/>
              </a:ext>
            </a:extLst>
          </p:cNvPr>
          <p:cNvGrpSpPr/>
          <p:nvPr/>
        </p:nvGrpSpPr>
        <p:grpSpPr>
          <a:xfrm>
            <a:off x="1463417" y="1903398"/>
            <a:ext cx="5001234" cy="228600"/>
            <a:chOff x="1463417" y="2218261"/>
            <a:chExt cx="5001234" cy="22860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3DFB5B6-D5D5-C268-5301-029CEE4BC609}"/>
                </a:ext>
              </a:extLst>
            </p:cNvPr>
            <p:cNvSpPr/>
            <p:nvPr/>
          </p:nvSpPr>
          <p:spPr>
            <a:xfrm>
              <a:off x="3175083" y="2218261"/>
              <a:ext cx="908266" cy="22860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67000">
                  <a:schemeClr val="accent5">
                    <a:lumMod val="60000"/>
                    <a:lumOff val="40000"/>
                  </a:schemeClr>
                </a:gs>
                <a:gs pos="33000">
                  <a:schemeClr val="accent5">
                    <a:lumMod val="60000"/>
                    <a:lumOff val="40000"/>
                  </a:schemeClr>
                </a:gs>
                <a:gs pos="50000">
                  <a:schemeClr val="accent5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9889A79-C3C8-5DB5-2E4B-CC440C12A9A7}"/>
                </a:ext>
              </a:extLst>
            </p:cNvPr>
            <p:cNvSpPr/>
            <p:nvPr/>
          </p:nvSpPr>
          <p:spPr>
            <a:xfrm>
              <a:off x="3103256" y="2218261"/>
              <a:ext cx="46568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919AC5C-70F1-A741-45C3-39E66EE9B467}"/>
                </a:ext>
              </a:extLst>
            </p:cNvPr>
            <p:cNvSpPr/>
            <p:nvPr/>
          </p:nvSpPr>
          <p:spPr>
            <a:xfrm>
              <a:off x="2208701" y="2218261"/>
              <a:ext cx="291052" cy="2286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0643625-07DE-2FAF-CD91-B59C95EC138E}"/>
                </a:ext>
              </a:extLst>
            </p:cNvPr>
            <p:cNvSpPr/>
            <p:nvPr/>
          </p:nvSpPr>
          <p:spPr>
            <a:xfrm>
              <a:off x="2924630" y="2218261"/>
              <a:ext cx="182880" cy="228600"/>
            </a:xfrm>
            <a:prstGeom prst="rect">
              <a:avLst/>
            </a:prstGeom>
            <a:solidFill>
              <a:srgbClr val="8DD8F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C62A77E-9886-1CA7-964B-DB96B5C5B21F}"/>
                </a:ext>
              </a:extLst>
            </p:cNvPr>
            <p:cNvSpPr/>
            <p:nvPr/>
          </p:nvSpPr>
          <p:spPr>
            <a:xfrm>
              <a:off x="3150712" y="2218261"/>
              <a:ext cx="27432" cy="228600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422380F-B225-CE5C-7B95-26BDCFCB01BE}"/>
                </a:ext>
              </a:extLst>
            </p:cNvPr>
            <p:cNvSpPr/>
            <p:nvPr/>
          </p:nvSpPr>
          <p:spPr>
            <a:xfrm>
              <a:off x="2879766" y="2218261"/>
              <a:ext cx="46568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4A33B62-9A7D-C770-678C-5CEE500D2C3C}"/>
                </a:ext>
              </a:extLst>
            </p:cNvPr>
            <p:cNvSpPr/>
            <p:nvPr/>
          </p:nvSpPr>
          <p:spPr>
            <a:xfrm>
              <a:off x="2496690" y="2218261"/>
              <a:ext cx="384048" cy="228600"/>
            </a:xfrm>
            <a:prstGeom prst="rect">
              <a:avLst/>
            </a:prstGeom>
            <a:solidFill>
              <a:srgbClr val="A3C0F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46A3596-8D93-1506-9853-9AA6E41BF95C}"/>
                </a:ext>
              </a:extLst>
            </p:cNvPr>
            <p:cNvSpPr/>
            <p:nvPr/>
          </p:nvSpPr>
          <p:spPr>
            <a:xfrm>
              <a:off x="1463417" y="2218261"/>
              <a:ext cx="365760" cy="2286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3B5A4A1C-3C1C-C3D1-63FB-B9455563DCCF}"/>
                </a:ext>
              </a:extLst>
            </p:cNvPr>
            <p:cNvSpPr/>
            <p:nvPr/>
          </p:nvSpPr>
          <p:spPr>
            <a:xfrm>
              <a:off x="1827716" y="2218261"/>
              <a:ext cx="384048" cy="228600"/>
            </a:xfrm>
            <a:prstGeom prst="rect">
              <a:avLst/>
            </a:prstGeom>
            <a:solidFill>
              <a:srgbClr val="A3C0F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9E2C6898-C036-9E06-56BF-CB2DAEDCA661}"/>
                </a:ext>
              </a:extLst>
            </p:cNvPr>
            <p:cNvSpPr/>
            <p:nvPr/>
          </p:nvSpPr>
          <p:spPr>
            <a:xfrm rot="10800000">
              <a:off x="4114285" y="2218261"/>
              <a:ext cx="46568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525AB5BF-EB76-E9BC-2500-16348399519C}"/>
                </a:ext>
              </a:extLst>
            </p:cNvPr>
            <p:cNvSpPr/>
            <p:nvPr/>
          </p:nvSpPr>
          <p:spPr>
            <a:xfrm rot="10800000">
              <a:off x="5434596" y="2218261"/>
              <a:ext cx="291052" cy="2286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7D426F4D-143C-739B-B587-9E7EDFB1A472}"/>
                </a:ext>
              </a:extLst>
            </p:cNvPr>
            <p:cNvSpPr/>
            <p:nvPr/>
          </p:nvSpPr>
          <p:spPr>
            <a:xfrm rot="10800000">
              <a:off x="4160327" y="2218261"/>
              <a:ext cx="182880" cy="228600"/>
            </a:xfrm>
            <a:prstGeom prst="rect">
              <a:avLst/>
            </a:prstGeom>
            <a:solidFill>
              <a:srgbClr val="8DD8F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737A3082-5633-A67E-6CC9-8AAC6F7D8FA6}"/>
                </a:ext>
              </a:extLst>
            </p:cNvPr>
            <p:cNvSpPr/>
            <p:nvPr/>
          </p:nvSpPr>
          <p:spPr>
            <a:xfrm rot="10800000">
              <a:off x="4086486" y="2218261"/>
              <a:ext cx="27432" cy="228600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B6E2F681-7E08-1F6A-D459-C051F8241319}"/>
                </a:ext>
              </a:extLst>
            </p:cNvPr>
            <p:cNvSpPr/>
            <p:nvPr/>
          </p:nvSpPr>
          <p:spPr>
            <a:xfrm rot="10800000">
              <a:off x="4342529" y="2218261"/>
              <a:ext cx="46568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70AA10BC-6701-53EC-287C-E27060700C8E}"/>
                </a:ext>
              </a:extLst>
            </p:cNvPr>
            <p:cNvSpPr/>
            <p:nvPr/>
          </p:nvSpPr>
          <p:spPr>
            <a:xfrm rot="10800000">
              <a:off x="4384228" y="2218261"/>
              <a:ext cx="384048" cy="228600"/>
            </a:xfrm>
            <a:prstGeom prst="rect">
              <a:avLst/>
            </a:prstGeom>
            <a:solidFill>
              <a:srgbClr val="A3C0F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034F650B-3797-1606-7EFF-33F2BEE3BC91}"/>
                </a:ext>
              </a:extLst>
            </p:cNvPr>
            <p:cNvSpPr/>
            <p:nvPr/>
          </p:nvSpPr>
          <p:spPr>
            <a:xfrm rot="10800000">
              <a:off x="6098891" y="2218261"/>
              <a:ext cx="365760" cy="2286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13E35806-3E25-8A42-FEFD-D75590E4F7B8}"/>
                </a:ext>
              </a:extLst>
            </p:cNvPr>
            <p:cNvSpPr/>
            <p:nvPr/>
          </p:nvSpPr>
          <p:spPr>
            <a:xfrm rot="10800000">
              <a:off x="5716748" y="2218261"/>
              <a:ext cx="384048" cy="228600"/>
            </a:xfrm>
            <a:prstGeom prst="rect">
              <a:avLst/>
            </a:prstGeom>
            <a:solidFill>
              <a:srgbClr val="A3C0F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3DD67264-6EF7-3501-559D-B25710DD1311}"/>
                </a:ext>
              </a:extLst>
            </p:cNvPr>
            <p:cNvSpPr/>
            <p:nvPr/>
          </p:nvSpPr>
          <p:spPr>
            <a:xfrm rot="10800000">
              <a:off x="4763996" y="2218261"/>
              <a:ext cx="291052" cy="2286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BBD34306-163E-5410-1FA0-6A7C5B40E7F2}"/>
                </a:ext>
              </a:extLst>
            </p:cNvPr>
            <p:cNvSpPr/>
            <p:nvPr/>
          </p:nvSpPr>
          <p:spPr>
            <a:xfrm rot="10800000">
              <a:off x="5050488" y="2218261"/>
              <a:ext cx="384048" cy="228600"/>
            </a:xfrm>
            <a:prstGeom prst="rect">
              <a:avLst/>
            </a:prstGeom>
            <a:solidFill>
              <a:srgbClr val="A3C0F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52320DF-ECDA-5786-2FC8-ACB19A911D8A}"/>
                </a:ext>
              </a:extLst>
            </p:cNvPr>
            <p:cNvSpPr txBox="1"/>
            <p:nvPr/>
          </p:nvSpPr>
          <p:spPr>
            <a:xfrm>
              <a:off x="3176287" y="2271005"/>
              <a:ext cx="900977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plasma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E76DE96-A903-5405-00EC-70E65A757ECD}"/>
              </a:ext>
            </a:extLst>
          </p:cNvPr>
          <p:cNvSpPr txBox="1"/>
          <p:nvPr/>
        </p:nvSpPr>
        <p:spPr>
          <a:xfrm>
            <a:off x="336066" y="259138"/>
            <a:ext cx="444032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V-4Cr-4Ti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12A731-A1AB-59FA-8946-929F6272B05F}"/>
              </a:ext>
            </a:extLst>
          </p:cNvPr>
          <p:cNvSpPr txBox="1"/>
          <p:nvPr/>
        </p:nvSpPr>
        <p:spPr>
          <a:xfrm>
            <a:off x="1518126" y="635177"/>
            <a:ext cx="173124" cy="12311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179943-AB62-3E96-C9C3-C82E1D6BDCEF}"/>
              </a:ext>
            </a:extLst>
          </p:cNvPr>
          <p:cNvSpPr txBox="1"/>
          <p:nvPr/>
        </p:nvSpPr>
        <p:spPr>
          <a:xfrm>
            <a:off x="2622441" y="635177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2D7D86-70BC-B398-1DBF-2DB74F82CFB2}"/>
              </a:ext>
            </a:extLst>
          </p:cNvPr>
          <p:cNvSpPr txBox="1"/>
          <p:nvPr/>
        </p:nvSpPr>
        <p:spPr>
          <a:xfrm>
            <a:off x="2842646" y="635177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03245B-034A-5F50-9044-8B8D3352E315}"/>
              </a:ext>
            </a:extLst>
          </p:cNvPr>
          <p:cNvSpPr txBox="1"/>
          <p:nvPr/>
        </p:nvSpPr>
        <p:spPr>
          <a:xfrm>
            <a:off x="2978920" y="635177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413E39-3646-8489-5992-2451F4EB9214}"/>
              </a:ext>
            </a:extLst>
          </p:cNvPr>
          <p:cNvSpPr txBox="1"/>
          <p:nvPr/>
        </p:nvSpPr>
        <p:spPr>
          <a:xfrm>
            <a:off x="3150255" y="635177"/>
            <a:ext cx="144270" cy="12311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0.2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6692F7-D931-D6F6-507B-D807ECE4250F}"/>
              </a:ext>
            </a:extLst>
          </p:cNvPr>
          <p:cNvSpPr txBox="1"/>
          <p:nvPr/>
        </p:nvSpPr>
        <p:spPr>
          <a:xfrm>
            <a:off x="2416758" y="135181"/>
            <a:ext cx="444032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V-4Cr-4Ti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79961D-0144-17DC-56E1-E4702231EE63}"/>
              </a:ext>
            </a:extLst>
          </p:cNvPr>
          <p:cNvSpPr txBox="1"/>
          <p:nvPr/>
        </p:nvSpPr>
        <p:spPr>
          <a:xfrm>
            <a:off x="1821289" y="941101"/>
            <a:ext cx="320602" cy="11772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Eurofer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3C28A3F-4E2D-88EB-D68F-DD2C524B73EA}"/>
              </a:ext>
            </a:extLst>
          </p:cNvPr>
          <p:cNvSpPr txBox="1"/>
          <p:nvPr/>
        </p:nvSpPr>
        <p:spPr>
          <a:xfrm>
            <a:off x="2242347" y="941101"/>
            <a:ext cx="540212" cy="11772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breeding ch.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24D37FA-CC8F-D60A-0DDE-103FEB77B0B3}"/>
              </a:ext>
            </a:extLst>
          </p:cNvPr>
          <p:cNvSpPr txBox="1"/>
          <p:nvPr/>
        </p:nvSpPr>
        <p:spPr>
          <a:xfrm>
            <a:off x="2883011" y="941101"/>
            <a:ext cx="320602" cy="11772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Eurofer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35B2D5C-7F2B-FC6B-89BF-CFC656DD1007}"/>
              </a:ext>
            </a:extLst>
          </p:cNvPr>
          <p:cNvSpPr txBox="1"/>
          <p:nvPr/>
        </p:nvSpPr>
        <p:spPr>
          <a:xfrm>
            <a:off x="4070371" y="949983"/>
            <a:ext cx="320602" cy="11772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Eurofer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4422B7F-4089-7598-BCBD-6777AB8F0BBA}"/>
              </a:ext>
            </a:extLst>
          </p:cNvPr>
          <p:cNvSpPr txBox="1"/>
          <p:nvPr/>
        </p:nvSpPr>
        <p:spPr>
          <a:xfrm>
            <a:off x="4809400" y="951859"/>
            <a:ext cx="540212" cy="11772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breeding ch.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4AD6E2C-CA45-F300-28EB-1A65B5544D65}"/>
              </a:ext>
            </a:extLst>
          </p:cNvPr>
          <p:cNvSpPr txBox="1"/>
          <p:nvPr/>
        </p:nvSpPr>
        <p:spPr>
          <a:xfrm>
            <a:off x="5794208" y="951859"/>
            <a:ext cx="320602" cy="11772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Eurofer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EFA7C965-6ED4-D116-1296-FF693F9CEE88}"/>
              </a:ext>
            </a:extLst>
          </p:cNvPr>
          <p:cNvGrpSpPr/>
          <p:nvPr/>
        </p:nvGrpSpPr>
        <p:grpSpPr>
          <a:xfrm>
            <a:off x="1905845" y="1318019"/>
            <a:ext cx="4116795" cy="117725"/>
            <a:chOff x="1905842" y="1475854"/>
            <a:chExt cx="4116795" cy="117725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E511712E-2B52-5F42-A893-8E7BE57CD947}"/>
                </a:ext>
              </a:extLst>
            </p:cNvPr>
            <p:cNvSpPr txBox="1"/>
            <p:nvPr/>
          </p:nvSpPr>
          <p:spPr>
            <a:xfrm>
              <a:off x="2457951" y="1475854"/>
              <a:ext cx="109004" cy="117725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/>
              <a:r>
                <a:rPr lang="en-US" sz="765" dirty="0">
                  <a:latin typeface="Arial" panose="020B0604020202020204" pitchFamily="34" charset="0"/>
                  <a:cs typeface="Arial" panose="020B0604020202020204" pitchFamily="34" charset="0"/>
                </a:rPr>
                <a:t>45</a:t>
              </a:r>
              <a:endParaRPr lang="en-US" sz="765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994CED98-9600-365F-1210-C1736EA589EC}"/>
                </a:ext>
              </a:extLst>
            </p:cNvPr>
            <p:cNvSpPr txBox="1"/>
            <p:nvPr/>
          </p:nvSpPr>
          <p:spPr>
            <a:xfrm>
              <a:off x="5029979" y="1475854"/>
              <a:ext cx="109004" cy="117725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/>
              <a:r>
                <a:rPr lang="en-US" sz="765" dirty="0">
                  <a:latin typeface="Arial" panose="020B0604020202020204" pitchFamily="34" charset="0"/>
                  <a:cs typeface="Arial" panose="020B0604020202020204" pitchFamily="34" charset="0"/>
                </a:rPr>
                <a:t>82</a:t>
              </a:r>
              <a:endParaRPr lang="en-US" sz="765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6630A8AE-F6B2-ADB8-0016-21C91C2085C8}"/>
                </a:ext>
              </a:extLst>
            </p:cNvPr>
            <p:cNvSpPr txBox="1"/>
            <p:nvPr/>
          </p:nvSpPr>
          <p:spPr>
            <a:xfrm>
              <a:off x="1905842" y="1475854"/>
              <a:ext cx="136256" cy="117725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/>
              <a:r>
                <a:rPr lang="en-US" sz="765" dirty="0">
                  <a:latin typeface="Arial" panose="020B0604020202020204" pitchFamily="34" charset="0"/>
                  <a:cs typeface="Arial" panose="020B0604020202020204" pitchFamily="34" charset="0"/>
                </a:rPr>
                <a:t>2.5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40E8194-23CC-59D1-2971-3CF27F1DDE1C}"/>
                </a:ext>
              </a:extLst>
            </p:cNvPr>
            <p:cNvSpPr txBox="1"/>
            <p:nvPr/>
          </p:nvSpPr>
          <p:spPr>
            <a:xfrm>
              <a:off x="2962277" y="1475854"/>
              <a:ext cx="136256" cy="117725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/>
              <a:r>
                <a:rPr lang="en-US" sz="765" dirty="0">
                  <a:latin typeface="Arial" panose="020B0604020202020204" pitchFamily="34" charset="0"/>
                  <a:cs typeface="Arial" panose="020B0604020202020204" pitchFamily="34" charset="0"/>
                </a:rPr>
                <a:t>2.5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CA582B6-F72B-26A2-022D-E4B74293F166}"/>
                </a:ext>
              </a:extLst>
            </p:cNvPr>
            <p:cNvSpPr txBox="1"/>
            <p:nvPr/>
          </p:nvSpPr>
          <p:spPr>
            <a:xfrm>
              <a:off x="3142915" y="1475854"/>
              <a:ext cx="136256" cy="117725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/>
              <a:r>
                <a:rPr lang="en-US" sz="765" dirty="0">
                  <a:latin typeface="Arial" panose="020B0604020202020204" pitchFamily="34" charset="0"/>
                  <a:cs typeface="Arial" panose="020B0604020202020204" pitchFamily="34" charset="0"/>
                </a:rPr>
                <a:t>0.2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E8181A8-52A9-84DD-1D84-1B2863F589A8}"/>
                </a:ext>
              </a:extLst>
            </p:cNvPr>
            <p:cNvSpPr txBox="1"/>
            <p:nvPr/>
          </p:nvSpPr>
          <p:spPr>
            <a:xfrm>
              <a:off x="4173437" y="1475854"/>
              <a:ext cx="136256" cy="117725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/>
              <a:r>
                <a:rPr lang="en-US" sz="765" dirty="0">
                  <a:latin typeface="Arial" panose="020B0604020202020204" pitchFamily="34" charset="0"/>
                  <a:cs typeface="Arial" panose="020B0604020202020204" pitchFamily="34" charset="0"/>
                </a:rPr>
                <a:t>2.5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5CB2939-6E07-FD34-0A61-059570411383}"/>
                </a:ext>
              </a:extLst>
            </p:cNvPr>
            <p:cNvSpPr txBox="1"/>
            <p:nvPr/>
          </p:nvSpPr>
          <p:spPr>
            <a:xfrm>
              <a:off x="3973935" y="1475854"/>
              <a:ext cx="136256" cy="117725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/>
              <a:r>
                <a:rPr lang="en-US" sz="765" dirty="0">
                  <a:latin typeface="Arial" panose="020B0604020202020204" pitchFamily="34" charset="0"/>
                  <a:cs typeface="Arial" panose="020B0604020202020204" pitchFamily="34" charset="0"/>
                </a:rPr>
                <a:t>0.2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3B5EC372-7A2B-AA70-6F76-FC6CCB736E8F}"/>
                </a:ext>
              </a:extLst>
            </p:cNvPr>
            <p:cNvSpPr txBox="1"/>
            <p:nvPr/>
          </p:nvSpPr>
          <p:spPr>
            <a:xfrm>
              <a:off x="5886381" y="1475854"/>
              <a:ext cx="136256" cy="117725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/>
              <a:r>
                <a:rPr lang="en-US" sz="765" dirty="0">
                  <a:latin typeface="Arial" panose="020B0604020202020204" pitchFamily="34" charset="0"/>
                  <a:cs typeface="Arial" panose="020B0604020202020204" pitchFamily="34" charset="0"/>
                </a:rPr>
                <a:t>2.5</a:t>
              </a:r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487BA262-1505-4622-B955-AA0560327E5D}"/>
              </a:ext>
            </a:extLst>
          </p:cNvPr>
          <p:cNvSpPr txBox="1"/>
          <p:nvPr/>
        </p:nvSpPr>
        <p:spPr>
          <a:xfrm>
            <a:off x="1621470" y="2142923"/>
            <a:ext cx="54502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E7D941D-F9BA-5BDC-D562-ED9F8EC43D0C}"/>
              </a:ext>
            </a:extLst>
          </p:cNvPr>
          <p:cNvSpPr txBox="1"/>
          <p:nvPr/>
        </p:nvSpPr>
        <p:spPr>
          <a:xfrm>
            <a:off x="1967109" y="2142923"/>
            <a:ext cx="109005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09DC50E-EE9E-3116-2730-A2EADDBCB31C}"/>
              </a:ext>
            </a:extLst>
          </p:cNvPr>
          <p:cNvSpPr txBox="1"/>
          <p:nvPr/>
        </p:nvSpPr>
        <p:spPr>
          <a:xfrm>
            <a:off x="2282825" y="2142923"/>
            <a:ext cx="136256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3.2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9E546E6-9DB8-C0B2-F02D-767875E29833}"/>
              </a:ext>
            </a:extLst>
          </p:cNvPr>
          <p:cNvSpPr txBox="1"/>
          <p:nvPr/>
        </p:nvSpPr>
        <p:spPr>
          <a:xfrm>
            <a:off x="2642532" y="2142923"/>
            <a:ext cx="109005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370E3F1-52EF-7380-139E-AA69B8FEE830}"/>
              </a:ext>
            </a:extLst>
          </p:cNvPr>
          <p:cNvSpPr txBox="1"/>
          <p:nvPr/>
        </p:nvSpPr>
        <p:spPr>
          <a:xfrm>
            <a:off x="4521752" y="2142923"/>
            <a:ext cx="109005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A4ADB87-D949-0766-5C62-F5347344A859}"/>
              </a:ext>
            </a:extLst>
          </p:cNvPr>
          <p:cNvSpPr txBox="1"/>
          <p:nvPr/>
        </p:nvSpPr>
        <p:spPr>
          <a:xfrm>
            <a:off x="5188012" y="2142923"/>
            <a:ext cx="109005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2FFCBDC-672F-0666-8DAC-CFD31DD5F7C7}"/>
              </a:ext>
            </a:extLst>
          </p:cNvPr>
          <p:cNvSpPr txBox="1"/>
          <p:nvPr/>
        </p:nvSpPr>
        <p:spPr>
          <a:xfrm>
            <a:off x="5854272" y="2142922"/>
            <a:ext cx="109005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BCAE9C9-4462-AC29-5BCB-A4B9D9295CC9}"/>
              </a:ext>
            </a:extLst>
          </p:cNvPr>
          <p:cNvSpPr txBox="1"/>
          <p:nvPr/>
        </p:nvSpPr>
        <p:spPr>
          <a:xfrm>
            <a:off x="4842495" y="2142923"/>
            <a:ext cx="136256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3.2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A59BB181-E780-F8EE-1FC5-99B71FC60355}"/>
              </a:ext>
            </a:extLst>
          </p:cNvPr>
          <p:cNvSpPr txBox="1"/>
          <p:nvPr/>
        </p:nvSpPr>
        <p:spPr>
          <a:xfrm>
            <a:off x="5512448" y="2142923"/>
            <a:ext cx="136256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3.2</a:t>
            </a:r>
          </a:p>
        </p:txBody>
      </p: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C00B0AA2-4127-6588-FD64-C10879A0C404}"/>
              </a:ext>
            </a:extLst>
          </p:cNvPr>
          <p:cNvGrpSpPr/>
          <p:nvPr/>
        </p:nvGrpSpPr>
        <p:grpSpPr>
          <a:xfrm>
            <a:off x="415788" y="394806"/>
            <a:ext cx="6430510" cy="229505"/>
            <a:chOff x="415788" y="454266"/>
            <a:chExt cx="6430510" cy="22950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A24A946-97F0-B4E0-3DF5-29E1A2F92965}"/>
                </a:ext>
              </a:extLst>
            </p:cNvPr>
            <p:cNvSpPr/>
            <p:nvPr/>
          </p:nvSpPr>
          <p:spPr>
            <a:xfrm>
              <a:off x="687747" y="455171"/>
              <a:ext cx="1828800" cy="228600"/>
            </a:xfrm>
            <a:prstGeom prst="rect">
              <a:avLst/>
            </a:prstGeom>
            <a:solidFill>
              <a:srgbClr val="A5D87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E633C5B-8C28-567F-674B-F478DD4D0CC3}"/>
                </a:ext>
              </a:extLst>
            </p:cNvPr>
            <p:cNvSpPr/>
            <p:nvPr/>
          </p:nvSpPr>
          <p:spPr>
            <a:xfrm>
              <a:off x="2514135" y="455171"/>
              <a:ext cx="27432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6D7DD75-973F-46CB-FA17-F68470516974}"/>
                </a:ext>
              </a:extLst>
            </p:cNvPr>
            <p:cNvSpPr/>
            <p:nvPr/>
          </p:nvSpPr>
          <p:spPr>
            <a:xfrm>
              <a:off x="2778810" y="455171"/>
              <a:ext cx="182880" cy="228600"/>
            </a:xfrm>
            <a:prstGeom prst="rect">
              <a:avLst/>
            </a:prstGeom>
            <a:solidFill>
              <a:srgbClr val="A5D87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55E77EF-720D-0C28-2C09-BF9578845CD4}"/>
                </a:ext>
              </a:extLst>
            </p:cNvPr>
            <p:cNvSpPr/>
            <p:nvPr/>
          </p:nvSpPr>
          <p:spPr>
            <a:xfrm>
              <a:off x="2962054" y="455171"/>
              <a:ext cx="9144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F6B263-3BFE-929F-741C-156A8C26289C}"/>
                </a:ext>
              </a:extLst>
            </p:cNvPr>
            <p:cNvSpPr/>
            <p:nvPr/>
          </p:nvSpPr>
          <p:spPr>
            <a:xfrm>
              <a:off x="3146786" y="455171"/>
              <a:ext cx="27432" cy="228600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89ABE62-01DD-4DB5-C1FA-ECD1F63D1374}"/>
                </a:ext>
              </a:extLst>
            </p:cNvPr>
            <p:cNvSpPr/>
            <p:nvPr/>
          </p:nvSpPr>
          <p:spPr>
            <a:xfrm>
              <a:off x="415788" y="455171"/>
              <a:ext cx="27432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6F996E8-333D-D220-D2C3-91DC73C1CA88}"/>
                </a:ext>
              </a:extLst>
            </p:cNvPr>
            <p:cNvSpPr/>
            <p:nvPr/>
          </p:nvSpPr>
          <p:spPr>
            <a:xfrm rot="10800000">
              <a:off x="4745083" y="454267"/>
              <a:ext cx="1828800" cy="228600"/>
            </a:xfrm>
            <a:prstGeom prst="rect">
              <a:avLst/>
            </a:prstGeom>
            <a:solidFill>
              <a:srgbClr val="A5D87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1E7048A-BF59-7A68-9F20-E8B3708969F5}"/>
                </a:ext>
              </a:extLst>
            </p:cNvPr>
            <p:cNvSpPr/>
            <p:nvPr/>
          </p:nvSpPr>
          <p:spPr>
            <a:xfrm rot="10800000">
              <a:off x="4477783" y="454266"/>
              <a:ext cx="27432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394904C-5D57-6A23-0D0F-B9CFD770431D}"/>
                </a:ext>
              </a:extLst>
            </p:cNvPr>
            <p:cNvSpPr/>
            <p:nvPr/>
          </p:nvSpPr>
          <p:spPr>
            <a:xfrm rot="10800000">
              <a:off x="4299533" y="454266"/>
              <a:ext cx="182880" cy="228600"/>
            </a:xfrm>
            <a:prstGeom prst="rect">
              <a:avLst/>
            </a:prstGeom>
            <a:solidFill>
              <a:srgbClr val="A5D87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6FD0EBE-1F19-0CDF-8054-5146408D3E6F}"/>
                </a:ext>
              </a:extLst>
            </p:cNvPr>
            <p:cNvSpPr/>
            <p:nvPr/>
          </p:nvSpPr>
          <p:spPr>
            <a:xfrm rot="10800000">
              <a:off x="4212744" y="454266"/>
              <a:ext cx="9144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B88D0AE-1246-6B0B-2FCA-71FA830BB7B8}"/>
                </a:ext>
              </a:extLst>
            </p:cNvPr>
            <p:cNvSpPr/>
            <p:nvPr/>
          </p:nvSpPr>
          <p:spPr>
            <a:xfrm rot="10800000">
              <a:off x="4092223" y="455171"/>
              <a:ext cx="27432" cy="228600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9BC86F3-1088-AC48-1D83-ABF1D75DB799}"/>
                </a:ext>
              </a:extLst>
            </p:cNvPr>
            <p:cNvSpPr/>
            <p:nvPr/>
          </p:nvSpPr>
          <p:spPr>
            <a:xfrm rot="10800000">
              <a:off x="6571978" y="454267"/>
              <a:ext cx="27432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4FAD7AD-4737-A0DD-E7C0-DA67868DCBE4}"/>
                </a:ext>
              </a:extLst>
            </p:cNvPr>
            <p:cNvSpPr/>
            <p:nvPr/>
          </p:nvSpPr>
          <p:spPr>
            <a:xfrm>
              <a:off x="3174227" y="455171"/>
              <a:ext cx="914400" cy="22860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67000">
                  <a:schemeClr val="accent5">
                    <a:lumMod val="60000"/>
                    <a:lumOff val="40000"/>
                  </a:schemeClr>
                </a:gs>
                <a:gs pos="33000">
                  <a:schemeClr val="accent5">
                    <a:lumMod val="60000"/>
                    <a:lumOff val="40000"/>
                  </a:schemeClr>
                </a:gs>
                <a:gs pos="50000">
                  <a:schemeClr val="accent5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F441897-9DA0-61F7-CFCF-C1D5B14BBCB1}"/>
                </a:ext>
              </a:extLst>
            </p:cNvPr>
            <p:cNvSpPr txBox="1"/>
            <p:nvPr/>
          </p:nvSpPr>
          <p:spPr>
            <a:xfrm>
              <a:off x="3174221" y="503459"/>
              <a:ext cx="914400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plasma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3840B4FE-FA3A-8BE3-455A-A8D29CE9FE53}"/>
                </a:ext>
              </a:extLst>
            </p:cNvPr>
            <p:cNvSpPr/>
            <p:nvPr/>
          </p:nvSpPr>
          <p:spPr>
            <a:xfrm>
              <a:off x="3054186" y="455171"/>
              <a:ext cx="91440" cy="228600"/>
            </a:xfrm>
            <a:prstGeom prst="rect">
              <a:avLst/>
            </a:prstGeom>
            <a:solidFill>
              <a:srgbClr val="FFD765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9FB04EDB-1065-71DF-7E45-C8A7901DFD3C}"/>
                </a:ext>
              </a:extLst>
            </p:cNvPr>
            <p:cNvSpPr/>
            <p:nvPr/>
          </p:nvSpPr>
          <p:spPr>
            <a:xfrm>
              <a:off x="4122023" y="454266"/>
              <a:ext cx="91440" cy="228600"/>
            </a:xfrm>
            <a:prstGeom prst="rect">
              <a:avLst/>
            </a:prstGeom>
            <a:solidFill>
              <a:srgbClr val="FFD765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93"/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DD2B5AC0-01BD-D3A7-E2E4-90BA532548B1}"/>
              </a:ext>
            </a:extLst>
          </p:cNvPr>
          <p:cNvSpPr txBox="1"/>
          <p:nvPr/>
        </p:nvSpPr>
        <p:spPr>
          <a:xfrm>
            <a:off x="3073521" y="635177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9A72EB1-CA78-456E-B44E-057A30DDFC4D}"/>
              </a:ext>
            </a:extLst>
          </p:cNvPr>
          <p:cNvSpPr txBox="1"/>
          <p:nvPr/>
        </p:nvSpPr>
        <p:spPr>
          <a:xfrm>
            <a:off x="2740076" y="1578409"/>
            <a:ext cx="238847" cy="117725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F82H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C395B56-8B7D-33B3-2CCD-7960715F03B9}"/>
              </a:ext>
            </a:extLst>
          </p:cNvPr>
          <p:cNvSpPr txBox="1"/>
          <p:nvPr/>
        </p:nvSpPr>
        <p:spPr>
          <a:xfrm>
            <a:off x="3120108" y="1578409"/>
            <a:ext cx="317395" cy="117725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coolant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595D16C-73F8-0613-8718-1CC964062419}"/>
              </a:ext>
            </a:extLst>
          </p:cNvPr>
          <p:cNvSpPr txBox="1"/>
          <p:nvPr/>
        </p:nvSpPr>
        <p:spPr>
          <a:xfrm>
            <a:off x="3054145" y="131652"/>
            <a:ext cx="269304" cy="123111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FLiBe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E3F96CA-5107-15E7-A971-8A0DAC221119}"/>
              </a:ext>
            </a:extLst>
          </p:cNvPr>
          <p:cNvSpPr txBox="1"/>
          <p:nvPr/>
        </p:nvSpPr>
        <p:spPr>
          <a:xfrm>
            <a:off x="3411793" y="131652"/>
            <a:ext cx="126638" cy="123111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3C60E419-2FF5-9803-B74B-5E4FDB1148E5}"/>
              </a:ext>
            </a:extLst>
          </p:cNvPr>
          <p:cNvSpPr txBox="1"/>
          <p:nvPr/>
        </p:nvSpPr>
        <p:spPr>
          <a:xfrm>
            <a:off x="3626775" y="131652"/>
            <a:ext cx="96180" cy="123111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FA10DD8-A065-FEE0-59D5-21B05E7900AC}"/>
              </a:ext>
            </a:extLst>
          </p:cNvPr>
          <p:cNvSpPr txBox="1"/>
          <p:nvPr/>
        </p:nvSpPr>
        <p:spPr>
          <a:xfrm>
            <a:off x="4972406" y="1578409"/>
            <a:ext cx="540212" cy="1177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breeding ch.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D1E349AA-A289-4451-DED4-88E760FA7AB5}"/>
              </a:ext>
            </a:extLst>
          </p:cNvPr>
          <p:cNvCxnSpPr>
            <a:stCxn id="145" idx="2"/>
            <a:endCxn id="7" idx="0"/>
          </p:cNvCxnSpPr>
          <p:nvPr/>
        </p:nvCxnSpPr>
        <p:spPr>
          <a:xfrm flipH="1">
            <a:off x="2870253" y="254764"/>
            <a:ext cx="318547" cy="140947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42338E4A-1DE2-DF4E-DD85-D47906AA36C6}"/>
              </a:ext>
            </a:extLst>
          </p:cNvPr>
          <p:cNvCxnSpPr>
            <a:cxnSpLocks/>
            <a:stCxn id="146" idx="2"/>
            <a:endCxn id="134" idx="0"/>
          </p:cNvCxnSpPr>
          <p:nvPr/>
        </p:nvCxnSpPr>
        <p:spPr>
          <a:xfrm flipH="1">
            <a:off x="3099906" y="254764"/>
            <a:ext cx="375206" cy="140947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BD28EB9E-A8A7-2E58-5BDC-39BC9914C027}"/>
              </a:ext>
            </a:extLst>
          </p:cNvPr>
          <p:cNvCxnSpPr>
            <a:cxnSpLocks/>
            <a:stCxn id="147" idx="2"/>
            <a:endCxn id="9" idx="0"/>
          </p:cNvCxnSpPr>
          <p:nvPr/>
        </p:nvCxnSpPr>
        <p:spPr>
          <a:xfrm flipH="1">
            <a:off x="3160505" y="254764"/>
            <a:ext cx="514363" cy="140947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C947B5AE-117C-1CB5-D75F-0E62FE9FCB15}"/>
              </a:ext>
            </a:extLst>
          </p:cNvPr>
          <p:cNvSpPr txBox="1"/>
          <p:nvPr/>
        </p:nvSpPr>
        <p:spPr>
          <a:xfrm>
            <a:off x="3588902" y="826872"/>
            <a:ext cx="96180" cy="123111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0B819324-213A-716E-3172-FD057BD8015A}"/>
              </a:ext>
            </a:extLst>
          </p:cNvPr>
          <p:cNvCxnSpPr>
            <a:cxnSpLocks/>
            <a:stCxn id="160" idx="2"/>
            <a:endCxn id="55" idx="0"/>
          </p:cNvCxnSpPr>
          <p:nvPr/>
        </p:nvCxnSpPr>
        <p:spPr>
          <a:xfrm flipH="1">
            <a:off x="3160666" y="949980"/>
            <a:ext cx="476326" cy="131256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68F1732-309D-3834-3700-8F72FDBDD039}"/>
              </a:ext>
            </a:extLst>
          </p:cNvPr>
          <p:cNvCxnSpPr>
            <a:cxnSpLocks/>
            <a:stCxn id="160" idx="2"/>
            <a:endCxn id="113" idx="0"/>
          </p:cNvCxnSpPr>
          <p:nvPr/>
        </p:nvCxnSpPr>
        <p:spPr>
          <a:xfrm>
            <a:off x="3636992" y="949983"/>
            <a:ext cx="465638" cy="129447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9DFC8C83-FE5D-15C5-A0B2-0913F44BF327}"/>
              </a:ext>
            </a:extLst>
          </p:cNvPr>
          <p:cNvCxnSpPr>
            <a:cxnSpLocks/>
          </p:cNvCxnSpPr>
          <p:nvPr/>
        </p:nvCxnSpPr>
        <p:spPr>
          <a:xfrm flipH="1" flipV="1">
            <a:off x="2522223" y="1689200"/>
            <a:ext cx="174321" cy="214201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7CCD7B2C-9DD0-0A02-6393-880D23230A9E}"/>
              </a:ext>
            </a:extLst>
          </p:cNvPr>
          <p:cNvCxnSpPr>
            <a:cxnSpLocks/>
            <a:endCxn id="118" idx="0"/>
          </p:cNvCxnSpPr>
          <p:nvPr/>
        </p:nvCxnSpPr>
        <p:spPr>
          <a:xfrm flipH="1">
            <a:off x="2019743" y="1698722"/>
            <a:ext cx="35755" cy="204676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F0EB5D9F-E1C3-E51B-FF3E-81D12F70B76C}"/>
              </a:ext>
            </a:extLst>
          </p:cNvPr>
          <p:cNvSpPr txBox="1"/>
          <p:nvPr/>
        </p:nvSpPr>
        <p:spPr>
          <a:xfrm>
            <a:off x="2216640" y="1770217"/>
            <a:ext cx="290144" cy="117725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divider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C3949553-17A2-69EA-4BB5-5ACF94159DA4}"/>
              </a:ext>
            </a:extLst>
          </p:cNvPr>
          <p:cNvSpPr txBox="1"/>
          <p:nvPr/>
        </p:nvSpPr>
        <p:spPr>
          <a:xfrm>
            <a:off x="3578685" y="1575716"/>
            <a:ext cx="96180" cy="123111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E1CDAC03-6538-3053-B306-ADE56881377E}"/>
              </a:ext>
            </a:extLst>
          </p:cNvPr>
          <p:cNvSpPr txBox="1"/>
          <p:nvPr/>
        </p:nvSpPr>
        <p:spPr>
          <a:xfrm>
            <a:off x="4765551" y="1770217"/>
            <a:ext cx="290144" cy="117725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divider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ED398D7F-C6A9-15B4-E1C6-C3E37CEA6FE1}"/>
              </a:ext>
            </a:extLst>
          </p:cNvPr>
          <p:cNvSpPr txBox="1"/>
          <p:nvPr/>
        </p:nvSpPr>
        <p:spPr>
          <a:xfrm>
            <a:off x="5435504" y="1770217"/>
            <a:ext cx="290144" cy="117725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divider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AF1E2B8-DADE-28DB-43C9-F71C0E5C7BC0}"/>
              </a:ext>
            </a:extLst>
          </p:cNvPr>
          <p:cNvSpPr txBox="1"/>
          <p:nvPr/>
        </p:nvSpPr>
        <p:spPr>
          <a:xfrm>
            <a:off x="6098894" y="1770217"/>
            <a:ext cx="371897" cy="117725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manifold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BDDDA75-6C3E-1695-747C-F2EDCA74EF26}"/>
              </a:ext>
            </a:extLst>
          </p:cNvPr>
          <p:cNvSpPr txBox="1"/>
          <p:nvPr/>
        </p:nvSpPr>
        <p:spPr>
          <a:xfrm>
            <a:off x="3865111" y="1578409"/>
            <a:ext cx="317395" cy="117725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coolant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03CD65D6-5C87-C6C9-156C-3ECEB83C869B}"/>
              </a:ext>
            </a:extLst>
          </p:cNvPr>
          <p:cNvSpPr txBox="1"/>
          <p:nvPr/>
        </p:nvSpPr>
        <p:spPr>
          <a:xfrm>
            <a:off x="4372749" y="1578409"/>
            <a:ext cx="238847" cy="117725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F82H</a:t>
            </a:r>
          </a:p>
        </p:txBody>
      </p: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ED65941F-0E65-624E-6944-8ACC72D857C5}"/>
              </a:ext>
            </a:extLst>
          </p:cNvPr>
          <p:cNvCxnSpPr>
            <a:cxnSpLocks/>
            <a:stCxn id="176" idx="2"/>
            <a:endCxn id="148" idx="2"/>
          </p:cNvCxnSpPr>
          <p:nvPr/>
        </p:nvCxnSpPr>
        <p:spPr>
          <a:xfrm flipV="1">
            <a:off x="5242512" y="1696134"/>
            <a:ext cx="0" cy="207267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1715D2D4-CC1C-CD7D-D81A-2110F6E1E36A}"/>
              </a:ext>
            </a:extLst>
          </p:cNvPr>
          <p:cNvCxnSpPr>
            <a:cxnSpLocks/>
            <a:stCxn id="173" idx="2"/>
          </p:cNvCxnSpPr>
          <p:nvPr/>
        </p:nvCxnSpPr>
        <p:spPr>
          <a:xfrm flipV="1">
            <a:off x="4576252" y="1687292"/>
            <a:ext cx="376748" cy="216106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62CDEC2E-71A2-3426-6FBE-180D51769799}"/>
              </a:ext>
            </a:extLst>
          </p:cNvPr>
          <p:cNvCxnSpPr>
            <a:cxnSpLocks/>
          </p:cNvCxnSpPr>
          <p:nvPr/>
        </p:nvCxnSpPr>
        <p:spPr>
          <a:xfrm flipH="1" flipV="1">
            <a:off x="5520690" y="1691102"/>
            <a:ext cx="388082" cy="207214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AE65D437-F29E-0C83-2ECF-99D0B8EE2D72}"/>
              </a:ext>
            </a:extLst>
          </p:cNvPr>
          <p:cNvCxnSpPr>
            <a:cxnSpLocks/>
            <a:stCxn id="104" idx="0"/>
            <a:endCxn id="141" idx="2"/>
          </p:cNvCxnSpPr>
          <p:nvPr/>
        </p:nvCxnSpPr>
        <p:spPr>
          <a:xfrm flipH="1" flipV="1">
            <a:off x="2859500" y="1696134"/>
            <a:ext cx="43553" cy="207267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5533FB75-3942-8779-956E-FE8646D72247}"/>
              </a:ext>
            </a:extLst>
          </p:cNvPr>
          <p:cNvCxnSpPr>
            <a:cxnSpLocks/>
            <a:stCxn id="48" idx="0"/>
            <a:endCxn id="143" idx="2"/>
          </p:cNvCxnSpPr>
          <p:nvPr/>
        </p:nvCxnSpPr>
        <p:spPr>
          <a:xfrm flipV="1">
            <a:off x="3016073" y="1696134"/>
            <a:ext cx="262733" cy="207267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06056AB1-2EF0-5B15-E692-15CFECA23068}"/>
              </a:ext>
            </a:extLst>
          </p:cNvPr>
          <p:cNvCxnSpPr>
            <a:cxnSpLocks/>
            <a:stCxn id="27" idx="0"/>
          </p:cNvCxnSpPr>
          <p:nvPr/>
        </p:nvCxnSpPr>
        <p:spPr>
          <a:xfrm flipH="1" flipV="1">
            <a:off x="2990850" y="1691102"/>
            <a:ext cx="135690" cy="212296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2B197ED1-4B53-E02E-FCAA-4F9786F582D9}"/>
              </a:ext>
            </a:extLst>
          </p:cNvPr>
          <p:cNvCxnSpPr>
            <a:cxnSpLocks/>
            <a:stCxn id="28" idx="0"/>
            <a:endCxn id="210" idx="2"/>
          </p:cNvCxnSpPr>
          <p:nvPr/>
        </p:nvCxnSpPr>
        <p:spPr>
          <a:xfrm flipV="1">
            <a:off x="3164431" y="1698824"/>
            <a:ext cx="462347" cy="204574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B9B3E33E-8038-8DAE-05FA-6AEA32013A8E}"/>
              </a:ext>
            </a:extLst>
          </p:cNvPr>
          <p:cNvCxnSpPr>
            <a:cxnSpLocks/>
            <a:stCxn id="166" idx="2"/>
            <a:endCxn id="210" idx="2"/>
          </p:cNvCxnSpPr>
          <p:nvPr/>
        </p:nvCxnSpPr>
        <p:spPr>
          <a:xfrm flipH="1" flipV="1">
            <a:off x="3626778" y="1698824"/>
            <a:ext cx="473427" cy="204574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C1463A39-ED2D-A64A-9793-847A1D723F50}"/>
              </a:ext>
            </a:extLst>
          </p:cNvPr>
          <p:cNvCxnSpPr>
            <a:cxnSpLocks/>
            <a:stCxn id="164" idx="2"/>
            <a:endCxn id="219" idx="2"/>
          </p:cNvCxnSpPr>
          <p:nvPr/>
        </p:nvCxnSpPr>
        <p:spPr>
          <a:xfrm flipH="1" flipV="1">
            <a:off x="4023809" y="1696134"/>
            <a:ext cx="227961" cy="207267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33DFC1E0-17F0-9817-E999-3C6EF2BB6A20}"/>
              </a:ext>
            </a:extLst>
          </p:cNvPr>
          <p:cNvCxnSpPr>
            <a:cxnSpLocks/>
            <a:stCxn id="162" idx="2"/>
          </p:cNvCxnSpPr>
          <p:nvPr/>
        </p:nvCxnSpPr>
        <p:spPr>
          <a:xfrm flipV="1">
            <a:off x="4137572" y="1696820"/>
            <a:ext cx="221071" cy="206581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DFDAE18B-AE9F-3BE8-C102-32FDCA1B6038}"/>
              </a:ext>
            </a:extLst>
          </p:cNvPr>
          <p:cNvCxnSpPr>
            <a:cxnSpLocks/>
            <a:stCxn id="167" idx="2"/>
            <a:endCxn id="220" idx="2"/>
          </p:cNvCxnSpPr>
          <p:nvPr/>
        </p:nvCxnSpPr>
        <p:spPr>
          <a:xfrm flipV="1">
            <a:off x="4365816" y="1696134"/>
            <a:ext cx="126357" cy="207267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TextBox 266">
            <a:extLst>
              <a:ext uri="{FF2B5EF4-FFF2-40B4-BE49-F238E27FC236}">
                <a16:creationId xmlns:a16="http://schemas.microsoft.com/office/drawing/2014/main" id="{4730717D-1F94-205A-EFC1-2A0F377C7342}"/>
              </a:ext>
            </a:extLst>
          </p:cNvPr>
          <p:cNvSpPr txBox="1"/>
          <p:nvPr/>
        </p:nvSpPr>
        <p:spPr>
          <a:xfrm>
            <a:off x="4221837" y="2142922"/>
            <a:ext cx="54502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D3AD354B-D388-0B7B-0DC6-B9289440DEB6}"/>
              </a:ext>
            </a:extLst>
          </p:cNvPr>
          <p:cNvSpPr txBox="1"/>
          <p:nvPr/>
        </p:nvSpPr>
        <p:spPr>
          <a:xfrm>
            <a:off x="3254675" y="2276352"/>
            <a:ext cx="136256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0.2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B2EF26AC-7AA4-E341-290A-91F2FB9E0DC6}"/>
              </a:ext>
            </a:extLst>
          </p:cNvPr>
          <p:cNvSpPr txBox="1"/>
          <p:nvPr/>
        </p:nvSpPr>
        <p:spPr>
          <a:xfrm>
            <a:off x="2990567" y="2276352"/>
            <a:ext cx="136256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0.4</a:t>
            </a:r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44BF3A93-D490-F31E-6BC9-2F5622272647}"/>
              </a:ext>
            </a:extLst>
          </p:cNvPr>
          <p:cNvCxnSpPr>
            <a:cxnSpLocks/>
            <a:endCxn id="104" idx="2"/>
          </p:cNvCxnSpPr>
          <p:nvPr/>
        </p:nvCxnSpPr>
        <p:spPr>
          <a:xfrm flipH="1" flipV="1">
            <a:off x="2903050" y="2132001"/>
            <a:ext cx="80180" cy="151559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4CA8D1AB-7F59-0E97-1C51-76766C07F726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3091818" y="2132001"/>
            <a:ext cx="34725" cy="147749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2308AADF-20BE-4491-70E0-0F7EB4EF7CD7}"/>
              </a:ext>
            </a:extLst>
          </p:cNvPr>
          <p:cNvCxnSpPr>
            <a:cxnSpLocks/>
            <a:stCxn id="268" idx="0"/>
            <a:endCxn id="28" idx="2"/>
          </p:cNvCxnSpPr>
          <p:nvPr/>
        </p:nvCxnSpPr>
        <p:spPr>
          <a:xfrm flipH="1" flipV="1">
            <a:off x="3164431" y="2132001"/>
            <a:ext cx="158375" cy="144351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TextBox 298">
            <a:extLst>
              <a:ext uri="{FF2B5EF4-FFF2-40B4-BE49-F238E27FC236}">
                <a16:creationId xmlns:a16="http://schemas.microsoft.com/office/drawing/2014/main" id="{6EE413ED-8D87-CA99-00E7-5F6A0824F9DC}"/>
              </a:ext>
            </a:extLst>
          </p:cNvPr>
          <p:cNvSpPr txBox="1"/>
          <p:nvPr/>
        </p:nvSpPr>
        <p:spPr>
          <a:xfrm>
            <a:off x="4143846" y="2275672"/>
            <a:ext cx="136256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0.4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C4A7367D-2CB6-9EBC-1624-484C401F59D0}"/>
              </a:ext>
            </a:extLst>
          </p:cNvPr>
          <p:cNvSpPr txBox="1"/>
          <p:nvPr/>
        </p:nvSpPr>
        <p:spPr>
          <a:xfrm>
            <a:off x="3879738" y="2275672"/>
            <a:ext cx="136256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0.2</a:t>
            </a:r>
          </a:p>
        </p:txBody>
      </p: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A5BDE601-32D4-BD02-70BF-F97D904E5304}"/>
              </a:ext>
            </a:extLst>
          </p:cNvPr>
          <p:cNvCxnSpPr>
            <a:cxnSpLocks/>
            <a:endCxn id="167" idx="0"/>
          </p:cNvCxnSpPr>
          <p:nvPr/>
        </p:nvCxnSpPr>
        <p:spPr>
          <a:xfrm flipV="1">
            <a:off x="4282443" y="2132001"/>
            <a:ext cx="83373" cy="151559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B9A5EC9C-4E34-CB0D-EC65-210F9651FC45}"/>
              </a:ext>
            </a:extLst>
          </p:cNvPr>
          <p:cNvCxnSpPr>
            <a:cxnSpLocks/>
            <a:endCxn id="162" idx="0"/>
          </p:cNvCxnSpPr>
          <p:nvPr/>
        </p:nvCxnSpPr>
        <p:spPr>
          <a:xfrm flipH="1" flipV="1">
            <a:off x="4137572" y="2132001"/>
            <a:ext cx="45811" cy="151559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A1BA7232-F5A3-B1A4-9850-44AD813588DA}"/>
              </a:ext>
            </a:extLst>
          </p:cNvPr>
          <p:cNvCxnSpPr>
            <a:cxnSpLocks/>
            <a:stCxn id="300" idx="0"/>
            <a:endCxn id="166" idx="0"/>
          </p:cNvCxnSpPr>
          <p:nvPr/>
        </p:nvCxnSpPr>
        <p:spPr>
          <a:xfrm flipV="1">
            <a:off x="3947866" y="2132001"/>
            <a:ext cx="152336" cy="143671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FBA8665-3F32-FC8A-FFBF-77F4D86C5EB0}"/>
              </a:ext>
            </a:extLst>
          </p:cNvPr>
          <p:cNvSpPr txBox="1"/>
          <p:nvPr/>
        </p:nvSpPr>
        <p:spPr>
          <a:xfrm>
            <a:off x="6257588" y="2142922"/>
            <a:ext cx="54502" cy="117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en-US" sz="765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637F0F-1218-FB98-355D-03CECE2049F1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739574" y="259854"/>
            <a:ext cx="268203" cy="135857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3EB0B5-528F-1CDF-C1CA-B644D6E6CF58}"/>
              </a:ext>
            </a:extLst>
          </p:cNvPr>
          <p:cNvCxnSpPr>
            <a:cxnSpLocks/>
            <a:stCxn id="37" idx="2"/>
            <a:endCxn id="6" idx="0"/>
          </p:cNvCxnSpPr>
          <p:nvPr/>
        </p:nvCxnSpPr>
        <p:spPr>
          <a:xfrm>
            <a:off x="2638777" y="258290"/>
            <a:ext cx="12521" cy="137418"/>
          </a:xfrm>
          <a:prstGeom prst="line">
            <a:avLst/>
          </a:prstGeom>
          <a:ln w="3175" cap="rnd">
            <a:solidFill>
              <a:schemeClr val="tx1"/>
            </a:solidFill>
            <a:bevel/>
            <a:headEnd type="non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950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559</TotalTime>
  <Words>75</Words>
  <Application>Microsoft Macintosh PowerPoint</Application>
  <PresentationFormat>Custom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Park</dc:creator>
  <cp:lastModifiedBy>Patrick Park</cp:lastModifiedBy>
  <cp:revision>399</cp:revision>
  <dcterms:created xsi:type="dcterms:W3CDTF">2025-10-20T19:52:52Z</dcterms:created>
  <dcterms:modified xsi:type="dcterms:W3CDTF">2026-06-17T17:07:51Z</dcterms:modified>
</cp:coreProperties>
</file>