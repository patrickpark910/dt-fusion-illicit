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6858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D8F3"/>
    <a:srgbClr val="FFD765"/>
    <a:srgbClr val="FFF2CC"/>
    <a:srgbClr val="E1E618"/>
    <a:srgbClr val="A5D872"/>
    <a:srgbClr val="7CD264"/>
    <a:srgbClr val="66D07F"/>
    <a:srgbClr val="DD9F9F"/>
    <a:srgbClr val="D6A6BB"/>
    <a:srgbClr val="EA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0" autoAdjust="0"/>
    <p:restoredTop sz="94660"/>
  </p:normalViewPr>
  <p:slideViewPr>
    <p:cSldViewPr snapToGrid="0">
      <p:cViewPr varScale="1">
        <p:scale>
          <a:sx n="250" d="100"/>
          <a:sy n="250" d="100"/>
        </p:scale>
        <p:origin x="15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448945"/>
            <a:ext cx="51435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440815"/>
            <a:ext cx="51435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683895"/>
            <a:ext cx="591502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835785"/>
            <a:ext cx="591502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5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730250"/>
            <a:ext cx="291465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730250"/>
            <a:ext cx="291465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6050"/>
            <a:ext cx="591502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672465"/>
            <a:ext cx="290125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002030"/>
            <a:ext cx="290125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672465"/>
            <a:ext cx="2915543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002030"/>
            <a:ext cx="2915543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5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5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0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2880"/>
            <a:ext cx="221188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94970"/>
            <a:ext cx="3471863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22960"/>
            <a:ext cx="221188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0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2880"/>
            <a:ext cx="221188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94970"/>
            <a:ext cx="3471863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22960"/>
            <a:ext cx="221188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2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46050"/>
            <a:ext cx="147875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46050"/>
            <a:ext cx="435054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46050"/>
            <a:ext cx="591502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730250"/>
            <a:ext cx="591502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808BA-7FDF-40FB-8D34-8FB57E054EF6}" type="datetimeFigureOut">
              <a:rPr lang="en-US" smtClean="0"/>
              <a:t>05/20/2026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542540"/>
            <a:ext cx="231457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8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72695B32-1CBF-7DDE-7546-5D404E33B3D7}"/>
              </a:ext>
            </a:extLst>
          </p:cNvPr>
          <p:cNvSpPr txBox="1"/>
          <p:nvPr/>
        </p:nvSpPr>
        <p:spPr>
          <a:xfrm>
            <a:off x="404376" y="2026"/>
            <a:ext cx="224691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Inboard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D76DE7-B183-C0DC-995A-1FFBC4B77F04}"/>
              </a:ext>
            </a:extLst>
          </p:cNvPr>
          <p:cNvSpPr txBox="1"/>
          <p:nvPr/>
        </p:nvSpPr>
        <p:spPr>
          <a:xfrm>
            <a:off x="4591271" y="2026"/>
            <a:ext cx="224691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Outboard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D7AB00-F9F2-E4F7-7D1D-33A37409DB82}"/>
              </a:ext>
            </a:extLst>
          </p:cNvPr>
          <p:cNvSpPr txBox="1"/>
          <p:nvPr/>
        </p:nvSpPr>
        <p:spPr>
          <a:xfrm>
            <a:off x="5181" y="503459"/>
            <a:ext cx="35586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4ACD7C-2CC4-D03B-C7EA-1713FF35A4B9}"/>
              </a:ext>
            </a:extLst>
          </p:cNvPr>
          <p:cNvSpPr txBox="1"/>
          <p:nvPr/>
        </p:nvSpPr>
        <p:spPr>
          <a:xfrm>
            <a:off x="5181" y="1277154"/>
            <a:ext cx="3638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HCPB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89C17E-6536-C982-03E2-DF048F0A3383}"/>
              </a:ext>
            </a:extLst>
          </p:cNvPr>
          <p:cNvSpPr txBox="1"/>
          <p:nvPr/>
        </p:nvSpPr>
        <p:spPr>
          <a:xfrm>
            <a:off x="5181" y="2255616"/>
            <a:ext cx="3430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DCLL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5767E3-8D9E-5668-BC65-885725FC6DD1}"/>
              </a:ext>
            </a:extLst>
          </p:cNvPr>
          <p:cNvSpPr txBox="1"/>
          <p:nvPr/>
        </p:nvSpPr>
        <p:spPr>
          <a:xfrm>
            <a:off x="529228" y="69463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35EB46-942D-392E-70D6-01B73C9401D6}"/>
              </a:ext>
            </a:extLst>
          </p:cNvPr>
          <p:cNvSpPr txBox="1"/>
          <p:nvPr/>
        </p:nvSpPr>
        <p:spPr>
          <a:xfrm>
            <a:off x="1470036" y="318598"/>
            <a:ext cx="269304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A951BD-E493-7D83-BCD3-019275A9107C}"/>
              </a:ext>
            </a:extLst>
          </p:cNvPr>
          <p:cNvSpPr txBox="1"/>
          <p:nvPr/>
        </p:nvSpPr>
        <p:spPr>
          <a:xfrm>
            <a:off x="4086485" y="310799"/>
            <a:ext cx="757137" cy="117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same as inboard</a:t>
            </a: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74266DF-1532-1164-7143-951FDFB676FF}"/>
              </a:ext>
            </a:extLst>
          </p:cNvPr>
          <p:cNvGrpSpPr/>
          <p:nvPr/>
        </p:nvGrpSpPr>
        <p:grpSpPr>
          <a:xfrm>
            <a:off x="1867290" y="1266589"/>
            <a:ext cx="4202727" cy="230416"/>
            <a:chOff x="1867290" y="1238052"/>
            <a:chExt cx="4202727" cy="23041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76B8A7A-8287-3196-9526-80060FB70496}"/>
                </a:ext>
              </a:extLst>
            </p:cNvPr>
            <p:cNvSpPr/>
            <p:nvPr/>
          </p:nvSpPr>
          <p:spPr>
            <a:xfrm>
              <a:off x="2095304" y="1239864"/>
              <a:ext cx="822960" cy="228599"/>
            </a:xfrm>
            <a:prstGeom prst="rect">
              <a:avLst/>
            </a:prstGeom>
            <a:solidFill>
              <a:srgbClr val="DD9F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339E6D3-B309-8095-EDCB-D731963EEFCB}"/>
                </a:ext>
              </a:extLst>
            </p:cNvPr>
            <p:cNvSpPr/>
            <p:nvPr/>
          </p:nvSpPr>
          <p:spPr>
            <a:xfrm>
              <a:off x="2918342" y="1239861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91C30C-47D5-8AA2-42BF-74746830D088}"/>
                </a:ext>
              </a:extLst>
            </p:cNvPr>
            <p:cNvSpPr/>
            <p:nvPr/>
          </p:nvSpPr>
          <p:spPr>
            <a:xfrm>
              <a:off x="3146950" y="1239862"/>
              <a:ext cx="27432" cy="228599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2B9387F-943B-B127-83F2-3BB20FC5BDE2}"/>
                </a:ext>
              </a:extLst>
            </p:cNvPr>
            <p:cNvSpPr/>
            <p:nvPr/>
          </p:nvSpPr>
          <p:spPr>
            <a:xfrm>
              <a:off x="1867290" y="1239861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E23A47-3921-DEDA-0B65-0120E7BD1F21}"/>
                </a:ext>
              </a:extLst>
            </p:cNvPr>
            <p:cNvSpPr/>
            <p:nvPr/>
          </p:nvSpPr>
          <p:spPr>
            <a:xfrm>
              <a:off x="3177823" y="1239869"/>
              <a:ext cx="914400" cy="228599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6E959DF-EC35-D186-0736-5ED0954D6C3E}"/>
                </a:ext>
              </a:extLst>
            </p:cNvPr>
            <p:cNvSpPr/>
            <p:nvPr/>
          </p:nvSpPr>
          <p:spPr>
            <a:xfrm>
              <a:off x="4343349" y="1238055"/>
              <a:ext cx="1499615" cy="228599"/>
            </a:xfrm>
            <a:prstGeom prst="rect">
              <a:avLst/>
            </a:prstGeom>
            <a:solidFill>
              <a:srgbClr val="DD9F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62B045D-CA3C-A963-0D86-4703408ABFFF}"/>
                </a:ext>
              </a:extLst>
            </p:cNvPr>
            <p:cNvSpPr/>
            <p:nvPr/>
          </p:nvSpPr>
          <p:spPr>
            <a:xfrm>
              <a:off x="5841417" y="1238052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FF0FD72-0475-4191-45B7-FA62F324BA3F}"/>
                </a:ext>
              </a:extLst>
            </p:cNvPr>
            <p:cNvSpPr/>
            <p:nvPr/>
          </p:nvSpPr>
          <p:spPr>
            <a:xfrm>
              <a:off x="4088914" y="1238053"/>
              <a:ext cx="27432" cy="228599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ACB160-43D6-38EA-C3F5-7CEFF8FAF8CC}"/>
                </a:ext>
              </a:extLst>
            </p:cNvPr>
            <p:cNvSpPr/>
            <p:nvPr/>
          </p:nvSpPr>
          <p:spPr>
            <a:xfrm>
              <a:off x="4116337" y="1238054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F6542CD-CFEE-8C32-2AD9-7ED698864502}"/>
                </a:ext>
              </a:extLst>
            </p:cNvPr>
            <p:cNvSpPr txBox="1"/>
            <p:nvPr/>
          </p:nvSpPr>
          <p:spPr>
            <a:xfrm>
              <a:off x="3177815" y="1292543"/>
              <a:ext cx="9144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94083FA4-4CD2-115C-8E82-CC11AEFC0E23}"/>
              </a:ext>
            </a:extLst>
          </p:cNvPr>
          <p:cNvSpPr txBox="1"/>
          <p:nvPr/>
        </p:nvSpPr>
        <p:spPr>
          <a:xfrm>
            <a:off x="2988993" y="2457783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1CAC97B-25E2-B817-5D9F-399B6CFF783F}"/>
              </a:ext>
            </a:extLst>
          </p:cNvPr>
          <p:cNvSpPr txBox="1"/>
          <p:nvPr/>
        </p:nvSpPr>
        <p:spPr>
          <a:xfrm>
            <a:off x="1963271" y="1893269"/>
            <a:ext cx="566982" cy="11772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80718E5-F347-726F-DCF4-9D024E510D41}"/>
              </a:ext>
            </a:extLst>
          </p:cNvPr>
          <p:cNvSpPr txBox="1"/>
          <p:nvPr/>
        </p:nvSpPr>
        <p:spPr>
          <a:xfrm>
            <a:off x="1461542" y="2085077"/>
            <a:ext cx="37189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manifold</a:t>
            </a: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B1D519E-09FC-6BE0-12C8-8234E454B5F5}"/>
              </a:ext>
            </a:extLst>
          </p:cNvPr>
          <p:cNvGrpSpPr/>
          <p:nvPr/>
        </p:nvGrpSpPr>
        <p:grpSpPr>
          <a:xfrm>
            <a:off x="1463417" y="2218261"/>
            <a:ext cx="5001234" cy="228600"/>
            <a:chOff x="1463417" y="2218261"/>
            <a:chExt cx="5001234" cy="2286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3DFB5B6-D5D5-C268-5301-029CEE4BC609}"/>
                </a:ext>
              </a:extLst>
            </p:cNvPr>
            <p:cNvSpPr/>
            <p:nvPr/>
          </p:nvSpPr>
          <p:spPr>
            <a:xfrm>
              <a:off x="3175083" y="2218261"/>
              <a:ext cx="908266" cy="2286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889A79-C3C8-5DB5-2E4B-CC440C12A9A7}"/>
                </a:ext>
              </a:extLst>
            </p:cNvPr>
            <p:cNvSpPr/>
            <p:nvPr/>
          </p:nvSpPr>
          <p:spPr>
            <a:xfrm>
              <a:off x="3103256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19AC5C-70F1-A741-45C3-39E66EE9B467}"/>
                </a:ext>
              </a:extLst>
            </p:cNvPr>
            <p:cNvSpPr/>
            <p:nvPr/>
          </p:nvSpPr>
          <p:spPr>
            <a:xfrm>
              <a:off x="2208701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643625-07DE-2FAF-CD91-B59C95EC138E}"/>
                </a:ext>
              </a:extLst>
            </p:cNvPr>
            <p:cNvSpPr/>
            <p:nvPr/>
          </p:nvSpPr>
          <p:spPr>
            <a:xfrm>
              <a:off x="2924630" y="2218261"/>
              <a:ext cx="182880" cy="228600"/>
            </a:xfrm>
            <a:prstGeom prst="rect">
              <a:avLst/>
            </a:prstGeom>
            <a:solidFill>
              <a:srgbClr val="8DD8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C62A77E-9886-1CA7-964B-DB96B5C5B21F}"/>
                </a:ext>
              </a:extLst>
            </p:cNvPr>
            <p:cNvSpPr/>
            <p:nvPr/>
          </p:nvSpPr>
          <p:spPr>
            <a:xfrm>
              <a:off x="3150712" y="221826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422380F-B225-CE5C-7B95-26BDCFCB01BE}"/>
                </a:ext>
              </a:extLst>
            </p:cNvPr>
            <p:cNvSpPr/>
            <p:nvPr/>
          </p:nvSpPr>
          <p:spPr>
            <a:xfrm>
              <a:off x="2879766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A33B62-9A7D-C770-678C-5CEE500D2C3C}"/>
                </a:ext>
              </a:extLst>
            </p:cNvPr>
            <p:cNvSpPr/>
            <p:nvPr/>
          </p:nvSpPr>
          <p:spPr>
            <a:xfrm>
              <a:off x="2496690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46A3596-8D93-1506-9853-9AA6E41BF95C}"/>
                </a:ext>
              </a:extLst>
            </p:cNvPr>
            <p:cNvSpPr/>
            <p:nvPr/>
          </p:nvSpPr>
          <p:spPr>
            <a:xfrm>
              <a:off x="1463417" y="2218261"/>
              <a:ext cx="36576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B5A4A1C-3C1C-C3D1-63FB-B9455563DCCF}"/>
                </a:ext>
              </a:extLst>
            </p:cNvPr>
            <p:cNvSpPr/>
            <p:nvPr/>
          </p:nvSpPr>
          <p:spPr>
            <a:xfrm>
              <a:off x="1827716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E2C6898-C036-9E06-56BF-CB2DAEDCA661}"/>
                </a:ext>
              </a:extLst>
            </p:cNvPr>
            <p:cNvSpPr/>
            <p:nvPr/>
          </p:nvSpPr>
          <p:spPr>
            <a:xfrm rot="10800000">
              <a:off x="4114285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25AB5BF-EB76-E9BC-2500-16348399519C}"/>
                </a:ext>
              </a:extLst>
            </p:cNvPr>
            <p:cNvSpPr/>
            <p:nvPr/>
          </p:nvSpPr>
          <p:spPr>
            <a:xfrm rot="10800000">
              <a:off x="5434596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D426F4D-143C-739B-B587-9E7EDFB1A472}"/>
                </a:ext>
              </a:extLst>
            </p:cNvPr>
            <p:cNvSpPr/>
            <p:nvPr/>
          </p:nvSpPr>
          <p:spPr>
            <a:xfrm rot="10800000">
              <a:off x="4160327" y="2218261"/>
              <a:ext cx="182880" cy="228600"/>
            </a:xfrm>
            <a:prstGeom prst="rect">
              <a:avLst/>
            </a:prstGeom>
            <a:solidFill>
              <a:srgbClr val="8DD8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37A3082-5633-A67E-6CC9-8AAC6F7D8FA6}"/>
                </a:ext>
              </a:extLst>
            </p:cNvPr>
            <p:cNvSpPr/>
            <p:nvPr/>
          </p:nvSpPr>
          <p:spPr>
            <a:xfrm rot="10800000">
              <a:off x="4086486" y="221826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6E2F681-7E08-1F6A-D459-C051F8241319}"/>
                </a:ext>
              </a:extLst>
            </p:cNvPr>
            <p:cNvSpPr/>
            <p:nvPr/>
          </p:nvSpPr>
          <p:spPr>
            <a:xfrm rot="10800000">
              <a:off x="4342529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0AA10BC-6701-53EC-287C-E27060700C8E}"/>
                </a:ext>
              </a:extLst>
            </p:cNvPr>
            <p:cNvSpPr/>
            <p:nvPr/>
          </p:nvSpPr>
          <p:spPr>
            <a:xfrm rot="10800000">
              <a:off x="438422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034F650B-3797-1606-7EFF-33F2BEE3BC91}"/>
                </a:ext>
              </a:extLst>
            </p:cNvPr>
            <p:cNvSpPr/>
            <p:nvPr/>
          </p:nvSpPr>
          <p:spPr>
            <a:xfrm rot="10800000">
              <a:off x="6098891" y="2218261"/>
              <a:ext cx="36576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3E35806-3E25-8A42-FEFD-D75590E4F7B8}"/>
                </a:ext>
              </a:extLst>
            </p:cNvPr>
            <p:cNvSpPr/>
            <p:nvPr/>
          </p:nvSpPr>
          <p:spPr>
            <a:xfrm rot="10800000">
              <a:off x="571674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D67264-6EF7-3501-559D-B25710DD1311}"/>
                </a:ext>
              </a:extLst>
            </p:cNvPr>
            <p:cNvSpPr/>
            <p:nvPr/>
          </p:nvSpPr>
          <p:spPr>
            <a:xfrm rot="10800000">
              <a:off x="4763996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BD34306-163E-5410-1FA0-6A7C5B40E7F2}"/>
                </a:ext>
              </a:extLst>
            </p:cNvPr>
            <p:cNvSpPr/>
            <p:nvPr/>
          </p:nvSpPr>
          <p:spPr>
            <a:xfrm rot="10800000">
              <a:off x="505048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2320DF-ECDA-5786-2FC8-ACB19A911D8A}"/>
                </a:ext>
              </a:extLst>
            </p:cNvPr>
            <p:cNvSpPr txBox="1"/>
            <p:nvPr/>
          </p:nvSpPr>
          <p:spPr>
            <a:xfrm>
              <a:off x="3176287" y="2271005"/>
              <a:ext cx="900977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E76DE96-A903-5405-00EC-70E65A757ECD}"/>
              </a:ext>
            </a:extLst>
          </p:cNvPr>
          <p:cNvSpPr txBox="1"/>
          <p:nvPr/>
        </p:nvSpPr>
        <p:spPr>
          <a:xfrm>
            <a:off x="336066" y="318598"/>
            <a:ext cx="444032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V-4Cr-4Ti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12A731-A1AB-59FA-8946-929F6272B05F}"/>
              </a:ext>
            </a:extLst>
          </p:cNvPr>
          <p:cNvSpPr txBox="1"/>
          <p:nvPr/>
        </p:nvSpPr>
        <p:spPr>
          <a:xfrm>
            <a:off x="1518126" y="694637"/>
            <a:ext cx="173124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179943-AB62-3E96-C9C3-C82E1D6BDCEF}"/>
              </a:ext>
            </a:extLst>
          </p:cNvPr>
          <p:cNvSpPr txBox="1"/>
          <p:nvPr/>
        </p:nvSpPr>
        <p:spPr>
          <a:xfrm>
            <a:off x="2622441" y="69463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2D7D86-70BC-B398-1DBF-2DB74F82CFB2}"/>
              </a:ext>
            </a:extLst>
          </p:cNvPr>
          <p:cNvSpPr txBox="1"/>
          <p:nvPr/>
        </p:nvSpPr>
        <p:spPr>
          <a:xfrm>
            <a:off x="2842646" y="69463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03245B-034A-5F50-9044-8B8D3352E315}"/>
              </a:ext>
            </a:extLst>
          </p:cNvPr>
          <p:cNvSpPr txBox="1"/>
          <p:nvPr/>
        </p:nvSpPr>
        <p:spPr>
          <a:xfrm>
            <a:off x="2978920" y="69463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413E39-3646-8489-5992-2451F4EB9214}"/>
              </a:ext>
            </a:extLst>
          </p:cNvPr>
          <p:cNvSpPr txBox="1"/>
          <p:nvPr/>
        </p:nvSpPr>
        <p:spPr>
          <a:xfrm>
            <a:off x="3150255" y="694637"/>
            <a:ext cx="144270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6692F7-D931-D6F6-507B-D807ECE4250F}"/>
              </a:ext>
            </a:extLst>
          </p:cNvPr>
          <p:cNvSpPr txBox="1"/>
          <p:nvPr/>
        </p:nvSpPr>
        <p:spPr>
          <a:xfrm>
            <a:off x="2416758" y="318598"/>
            <a:ext cx="444032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V-4Cr-4Ti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79961D-0144-17DC-56E1-E4702231EE63}"/>
              </a:ext>
            </a:extLst>
          </p:cNvPr>
          <p:cNvSpPr txBox="1"/>
          <p:nvPr/>
        </p:nvSpPr>
        <p:spPr>
          <a:xfrm>
            <a:off x="1821289" y="1128261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3C28A3F-4E2D-88EB-D68F-DD2C524B73EA}"/>
              </a:ext>
            </a:extLst>
          </p:cNvPr>
          <p:cNvSpPr txBox="1"/>
          <p:nvPr/>
        </p:nvSpPr>
        <p:spPr>
          <a:xfrm>
            <a:off x="2242347" y="1128261"/>
            <a:ext cx="54021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4D37FA-CC8F-D60A-0DDE-103FEB77B0B3}"/>
              </a:ext>
            </a:extLst>
          </p:cNvPr>
          <p:cNvSpPr txBox="1"/>
          <p:nvPr/>
        </p:nvSpPr>
        <p:spPr>
          <a:xfrm>
            <a:off x="2883011" y="1128261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5B2D5C-7F2B-FC6B-89BF-CFC656DD1007}"/>
              </a:ext>
            </a:extLst>
          </p:cNvPr>
          <p:cNvSpPr txBox="1"/>
          <p:nvPr/>
        </p:nvSpPr>
        <p:spPr>
          <a:xfrm>
            <a:off x="4070371" y="1137143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422B7F-4089-7598-BCBD-6777AB8F0BBA}"/>
              </a:ext>
            </a:extLst>
          </p:cNvPr>
          <p:cNvSpPr txBox="1"/>
          <p:nvPr/>
        </p:nvSpPr>
        <p:spPr>
          <a:xfrm>
            <a:off x="4809400" y="1139019"/>
            <a:ext cx="54021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4AD6E2C-CA45-F300-28EB-1A65B5544D65}"/>
              </a:ext>
            </a:extLst>
          </p:cNvPr>
          <p:cNvSpPr txBox="1"/>
          <p:nvPr/>
        </p:nvSpPr>
        <p:spPr>
          <a:xfrm>
            <a:off x="5794208" y="1139019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FA7C965-6ED4-D116-1296-FF693F9CEE88}"/>
              </a:ext>
            </a:extLst>
          </p:cNvPr>
          <p:cNvGrpSpPr/>
          <p:nvPr/>
        </p:nvGrpSpPr>
        <p:grpSpPr>
          <a:xfrm>
            <a:off x="1905842" y="1505179"/>
            <a:ext cx="4116795" cy="117725"/>
            <a:chOff x="1905842" y="1475854"/>
            <a:chExt cx="4116795" cy="117725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511712E-2B52-5F42-A893-8E7BE57CD947}"/>
                </a:ext>
              </a:extLst>
            </p:cNvPr>
            <p:cNvSpPr txBox="1"/>
            <p:nvPr/>
          </p:nvSpPr>
          <p:spPr>
            <a:xfrm>
              <a:off x="2457951" y="1475854"/>
              <a:ext cx="109004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45</a:t>
              </a:r>
              <a:endParaRPr lang="en-US" sz="765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94CED98-9600-365F-1210-C1736EA589EC}"/>
                </a:ext>
              </a:extLst>
            </p:cNvPr>
            <p:cNvSpPr txBox="1"/>
            <p:nvPr/>
          </p:nvSpPr>
          <p:spPr>
            <a:xfrm>
              <a:off x="5029979" y="1475854"/>
              <a:ext cx="109004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82</a:t>
              </a:r>
              <a:endParaRPr lang="en-US" sz="765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630A8AE-F6B2-ADB8-0016-21C91C2085C8}"/>
                </a:ext>
              </a:extLst>
            </p:cNvPr>
            <p:cNvSpPr txBox="1"/>
            <p:nvPr/>
          </p:nvSpPr>
          <p:spPr>
            <a:xfrm>
              <a:off x="1905842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40E8194-23CC-59D1-2971-3CF27F1DDE1C}"/>
                </a:ext>
              </a:extLst>
            </p:cNvPr>
            <p:cNvSpPr txBox="1"/>
            <p:nvPr/>
          </p:nvSpPr>
          <p:spPr>
            <a:xfrm>
              <a:off x="2962277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CA582B6-F72B-26A2-022D-E4B74293F166}"/>
                </a:ext>
              </a:extLst>
            </p:cNvPr>
            <p:cNvSpPr txBox="1"/>
            <p:nvPr/>
          </p:nvSpPr>
          <p:spPr>
            <a:xfrm>
              <a:off x="3142915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E8181A8-52A9-84DD-1D84-1B2863F589A8}"/>
                </a:ext>
              </a:extLst>
            </p:cNvPr>
            <p:cNvSpPr txBox="1"/>
            <p:nvPr/>
          </p:nvSpPr>
          <p:spPr>
            <a:xfrm>
              <a:off x="4173437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5CB2939-6E07-FD34-0A61-059570411383}"/>
                </a:ext>
              </a:extLst>
            </p:cNvPr>
            <p:cNvSpPr txBox="1"/>
            <p:nvPr/>
          </p:nvSpPr>
          <p:spPr>
            <a:xfrm>
              <a:off x="3973935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B5EC372-7A2B-AA70-6F76-FC6CCB736E8F}"/>
                </a:ext>
              </a:extLst>
            </p:cNvPr>
            <p:cNvSpPr txBox="1"/>
            <p:nvPr/>
          </p:nvSpPr>
          <p:spPr>
            <a:xfrm>
              <a:off x="5886381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487BA262-1505-4622-B955-AA0560327E5D}"/>
              </a:ext>
            </a:extLst>
          </p:cNvPr>
          <p:cNvSpPr txBox="1"/>
          <p:nvPr/>
        </p:nvSpPr>
        <p:spPr>
          <a:xfrm>
            <a:off x="1621470" y="2457783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E7D941D-F9BA-5BDC-D562-ED9F8EC43D0C}"/>
              </a:ext>
            </a:extLst>
          </p:cNvPr>
          <p:cNvSpPr txBox="1"/>
          <p:nvPr/>
        </p:nvSpPr>
        <p:spPr>
          <a:xfrm>
            <a:off x="1967106" y="245778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09DC50E-EE9E-3116-2730-A2EADDBCB31C}"/>
              </a:ext>
            </a:extLst>
          </p:cNvPr>
          <p:cNvSpPr txBox="1"/>
          <p:nvPr/>
        </p:nvSpPr>
        <p:spPr>
          <a:xfrm>
            <a:off x="2282825" y="245778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9E546E6-9DB8-C0B2-F02D-767875E29833}"/>
              </a:ext>
            </a:extLst>
          </p:cNvPr>
          <p:cNvSpPr txBox="1"/>
          <p:nvPr/>
        </p:nvSpPr>
        <p:spPr>
          <a:xfrm>
            <a:off x="2642529" y="245778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370E3F1-52EF-7380-139E-AA69B8FEE830}"/>
              </a:ext>
            </a:extLst>
          </p:cNvPr>
          <p:cNvSpPr txBox="1"/>
          <p:nvPr/>
        </p:nvSpPr>
        <p:spPr>
          <a:xfrm>
            <a:off x="4521749" y="245778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A4ADB87-D949-0766-5C62-F5347344A859}"/>
              </a:ext>
            </a:extLst>
          </p:cNvPr>
          <p:cNvSpPr txBox="1"/>
          <p:nvPr/>
        </p:nvSpPr>
        <p:spPr>
          <a:xfrm>
            <a:off x="5188009" y="245778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2FFCBDC-672F-0666-8DAC-CFD31DD5F7C7}"/>
              </a:ext>
            </a:extLst>
          </p:cNvPr>
          <p:cNvSpPr txBox="1"/>
          <p:nvPr/>
        </p:nvSpPr>
        <p:spPr>
          <a:xfrm>
            <a:off x="5854269" y="2457782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BCAE9C9-4462-AC29-5BCB-A4B9D9295CC9}"/>
              </a:ext>
            </a:extLst>
          </p:cNvPr>
          <p:cNvSpPr txBox="1"/>
          <p:nvPr/>
        </p:nvSpPr>
        <p:spPr>
          <a:xfrm>
            <a:off x="4842495" y="245778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59BB181-E780-F8EE-1FC5-99B71FC60355}"/>
              </a:ext>
            </a:extLst>
          </p:cNvPr>
          <p:cNvSpPr txBox="1"/>
          <p:nvPr/>
        </p:nvSpPr>
        <p:spPr>
          <a:xfrm>
            <a:off x="5512448" y="245778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00B0AA2-4127-6588-FD64-C10879A0C404}"/>
              </a:ext>
            </a:extLst>
          </p:cNvPr>
          <p:cNvGrpSpPr/>
          <p:nvPr/>
        </p:nvGrpSpPr>
        <p:grpSpPr>
          <a:xfrm>
            <a:off x="415788" y="454266"/>
            <a:ext cx="6430510" cy="229505"/>
            <a:chOff x="415788" y="454266"/>
            <a:chExt cx="6430510" cy="2295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A946-97F0-B4E0-3DF5-29E1A2F92965}"/>
                </a:ext>
              </a:extLst>
            </p:cNvPr>
            <p:cNvSpPr/>
            <p:nvPr/>
          </p:nvSpPr>
          <p:spPr>
            <a:xfrm>
              <a:off x="687747" y="455171"/>
              <a:ext cx="182880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633C5B-8C28-567F-674B-F478DD4D0CC3}"/>
                </a:ext>
              </a:extLst>
            </p:cNvPr>
            <p:cNvSpPr/>
            <p:nvPr/>
          </p:nvSpPr>
          <p:spPr>
            <a:xfrm>
              <a:off x="2514135" y="455171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D7DD75-973F-46CB-FA17-F68470516974}"/>
                </a:ext>
              </a:extLst>
            </p:cNvPr>
            <p:cNvSpPr/>
            <p:nvPr/>
          </p:nvSpPr>
          <p:spPr>
            <a:xfrm>
              <a:off x="2778810" y="455171"/>
              <a:ext cx="18288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5E77EF-720D-0C28-2C09-BF9578845CD4}"/>
                </a:ext>
              </a:extLst>
            </p:cNvPr>
            <p:cNvSpPr/>
            <p:nvPr/>
          </p:nvSpPr>
          <p:spPr>
            <a:xfrm>
              <a:off x="2962054" y="455171"/>
              <a:ext cx="9144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F6B263-3BFE-929F-741C-156A8C26289C}"/>
                </a:ext>
              </a:extLst>
            </p:cNvPr>
            <p:cNvSpPr/>
            <p:nvPr/>
          </p:nvSpPr>
          <p:spPr>
            <a:xfrm>
              <a:off x="3146786" y="45517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9ABE62-01DD-4DB5-C1FA-ECD1F63D1374}"/>
                </a:ext>
              </a:extLst>
            </p:cNvPr>
            <p:cNvSpPr/>
            <p:nvPr/>
          </p:nvSpPr>
          <p:spPr>
            <a:xfrm>
              <a:off x="415788" y="455171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F996E8-333D-D220-D2C3-91DC73C1CA88}"/>
                </a:ext>
              </a:extLst>
            </p:cNvPr>
            <p:cNvSpPr/>
            <p:nvPr/>
          </p:nvSpPr>
          <p:spPr>
            <a:xfrm rot="10800000">
              <a:off x="4745083" y="454267"/>
              <a:ext cx="182880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E7048A-BF59-7A68-9F20-E8B3708969F5}"/>
                </a:ext>
              </a:extLst>
            </p:cNvPr>
            <p:cNvSpPr/>
            <p:nvPr/>
          </p:nvSpPr>
          <p:spPr>
            <a:xfrm rot="10800000">
              <a:off x="4477783" y="454266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94904C-5D57-6A23-0D0F-B9CFD770431D}"/>
                </a:ext>
              </a:extLst>
            </p:cNvPr>
            <p:cNvSpPr/>
            <p:nvPr/>
          </p:nvSpPr>
          <p:spPr>
            <a:xfrm rot="10800000">
              <a:off x="4299533" y="454266"/>
              <a:ext cx="18288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FD0EBE-1F19-0CDF-8054-5146408D3E6F}"/>
                </a:ext>
              </a:extLst>
            </p:cNvPr>
            <p:cNvSpPr/>
            <p:nvPr/>
          </p:nvSpPr>
          <p:spPr>
            <a:xfrm rot="10800000">
              <a:off x="4212744" y="454266"/>
              <a:ext cx="9144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88D0AE-1246-6B0B-2FCA-71FA830BB7B8}"/>
                </a:ext>
              </a:extLst>
            </p:cNvPr>
            <p:cNvSpPr/>
            <p:nvPr/>
          </p:nvSpPr>
          <p:spPr>
            <a:xfrm rot="10800000">
              <a:off x="4092223" y="45517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BC86F3-1088-AC48-1D83-ABF1D75DB799}"/>
                </a:ext>
              </a:extLst>
            </p:cNvPr>
            <p:cNvSpPr/>
            <p:nvPr/>
          </p:nvSpPr>
          <p:spPr>
            <a:xfrm rot="10800000">
              <a:off x="6571978" y="454267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FAD7AD-4737-A0DD-E7C0-DA67868DCBE4}"/>
                </a:ext>
              </a:extLst>
            </p:cNvPr>
            <p:cNvSpPr/>
            <p:nvPr/>
          </p:nvSpPr>
          <p:spPr>
            <a:xfrm>
              <a:off x="3174227" y="455171"/>
              <a:ext cx="914400" cy="2286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F441897-9DA0-61F7-CFCF-C1D5B14BBCB1}"/>
                </a:ext>
              </a:extLst>
            </p:cNvPr>
            <p:cNvSpPr txBox="1"/>
            <p:nvPr/>
          </p:nvSpPr>
          <p:spPr>
            <a:xfrm>
              <a:off x="3174221" y="503459"/>
              <a:ext cx="9144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840B4FE-FA3A-8BE3-455A-A8D29CE9FE53}"/>
                </a:ext>
              </a:extLst>
            </p:cNvPr>
            <p:cNvSpPr/>
            <p:nvPr/>
          </p:nvSpPr>
          <p:spPr>
            <a:xfrm>
              <a:off x="3054186" y="455171"/>
              <a:ext cx="91440" cy="228600"/>
            </a:xfrm>
            <a:prstGeom prst="rect">
              <a:avLst/>
            </a:prstGeom>
            <a:solidFill>
              <a:srgbClr val="FFD76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FB04EDB-1065-71DF-7E45-C8A7901DFD3C}"/>
                </a:ext>
              </a:extLst>
            </p:cNvPr>
            <p:cNvSpPr/>
            <p:nvPr/>
          </p:nvSpPr>
          <p:spPr>
            <a:xfrm>
              <a:off x="4122023" y="454266"/>
              <a:ext cx="91440" cy="228600"/>
            </a:xfrm>
            <a:prstGeom prst="rect">
              <a:avLst/>
            </a:prstGeom>
            <a:solidFill>
              <a:srgbClr val="FFD76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DD2B5AC0-01BD-D3A7-E2E4-90BA532548B1}"/>
              </a:ext>
            </a:extLst>
          </p:cNvPr>
          <p:cNvSpPr txBox="1"/>
          <p:nvPr/>
        </p:nvSpPr>
        <p:spPr>
          <a:xfrm>
            <a:off x="3073521" y="69463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9A72EB1-CA78-456E-B44E-057A30DDFC4D}"/>
              </a:ext>
            </a:extLst>
          </p:cNvPr>
          <p:cNvSpPr txBox="1"/>
          <p:nvPr/>
        </p:nvSpPr>
        <p:spPr>
          <a:xfrm>
            <a:off x="2740073" y="1893269"/>
            <a:ext cx="23884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F82H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C395B56-8B7D-33B3-2CCD-7960715F03B9}"/>
              </a:ext>
            </a:extLst>
          </p:cNvPr>
          <p:cNvSpPr txBox="1"/>
          <p:nvPr/>
        </p:nvSpPr>
        <p:spPr>
          <a:xfrm>
            <a:off x="3120105" y="1893269"/>
            <a:ext cx="317395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coolant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595D16C-73F8-0613-8718-1CC964062419}"/>
              </a:ext>
            </a:extLst>
          </p:cNvPr>
          <p:cNvSpPr txBox="1"/>
          <p:nvPr/>
        </p:nvSpPr>
        <p:spPr>
          <a:xfrm>
            <a:off x="3054145" y="191113"/>
            <a:ext cx="269304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E3F96CA-5107-15E7-A971-8A0DAC221119}"/>
              </a:ext>
            </a:extLst>
          </p:cNvPr>
          <p:cNvSpPr txBox="1"/>
          <p:nvPr/>
        </p:nvSpPr>
        <p:spPr>
          <a:xfrm>
            <a:off x="3411793" y="191113"/>
            <a:ext cx="126638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C60E419-2FF5-9803-B74B-5E4FDB1148E5}"/>
              </a:ext>
            </a:extLst>
          </p:cNvPr>
          <p:cNvSpPr txBox="1"/>
          <p:nvPr/>
        </p:nvSpPr>
        <p:spPr>
          <a:xfrm>
            <a:off x="3626775" y="191113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FA10DD8-A065-FEE0-59D5-21B05E7900AC}"/>
              </a:ext>
            </a:extLst>
          </p:cNvPr>
          <p:cNvSpPr txBox="1"/>
          <p:nvPr/>
        </p:nvSpPr>
        <p:spPr>
          <a:xfrm>
            <a:off x="4972406" y="1893269"/>
            <a:ext cx="540212" cy="1177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1E349AA-A289-4451-DED4-88E760FA7AB5}"/>
              </a:ext>
            </a:extLst>
          </p:cNvPr>
          <p:cNvCxnSpPr>
            <a:stCxn id="145" idx="2"/>
            <a:endCxn id="7" idx="0"/>
          </p:cNvCxnSpPr>
          <p:nvPr/>
        </p:nvCxnSpPr>
        <p:spPr>
          <a:xfrm flipH="1">
            <a:off x="2870250" y="314224"/>
            <a:ext cx="318547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2338E4A-1DE2-DF4E-DD85-D47906AA36C6}"/>
              </a:ext>
            </a:extLst>
          </p:cNvPr>
          <p:cNvCxnSpPr>
            <a:cxnSpLocks/>
            <a:stCxn id="146" idx="2"/>
            <a:endCxn id="8" idx="0"/>
          </p:cNvCxnSpPr>
          <p:nvPr/>
        </p:nvCxnSpPr>
        <p:spPr>
          <a:xfrm flipH="1">
            <a:off x="3007774" y="314224"/>
            <a:ext cx="467338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D28EB9E-A8A7-2E58-5BDC-39BC9914C027}"/>
              </a:ext>
            </a:extLst>
          </p:cNvPr>
          <p:cNvCxnSpPr>
            <a:cxnSpLocks/>
            <a:stCxn id="147" idx="2"/>
            <a:endCxn id="9" idx="0"/>
          </p:cNvCxnSpPr>
          <p:nvPr/>
        </p:nvCxnSpPr>
        <p:spPr>
          <a:xfrm flipH="1">
            <a:off x="3160502" y="314224"/>
            <a:ext cx="514363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947B5AE-117C-1CB5-D75F-0E62FE9FCB15}"/>
              </a:ext>
            </a:extLst>
          </p:cNvPr>
          <p:cNvSpPr txBox="1"/>
          <p:nvPr/>
        </p:nvSpPr>
        <p:spPr>
          <a:xfrm>
            <a:off x="3588902" y="1014032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B819324-213A-716E-3172-FD057BD8015A}"/>
              </a:ext>
            </a:extLst>
          </p:cNvPr>
          <p:cNvCxnSpPr>
            <a:cxnSpLocks/>
            <a:stCxn id="160" idx="2"/>
            <a:endCxn id="55" idx="0"/>
          </p:cNvCxnSpPr>
          <p:nvPr/>
        </p:nvCxnSpPr>
        <p:spPr>
          <a:xfrm flipH="1">
            <a:off x="3160666" y="1137143"/>
            <a:ext cx="476326" cy="13125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68F1732-309D-3834-3700-8F72FDBDD039}"/>
              </a:ext>
            </a:extLst>
          </p:cNvPr>
          <p:cNvCxnSpPr>
            <a:cxnSpLocks/>
            <a:stCxn id="160" idx="2"/>
            <a:endCxn id="113" idx="0"/>
          </p:cNvCxnSpPr>
          <p:nvPr/>
        </p:nvCxnSpPr>
        <p:spPr>
          <a:xfrm>
            <a:off x="3636992" y="1137143"/>
            <a:ext cx="465638" cy="1294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9DFC8C83-FE5D-15C5-A0B2-0913F44BF327}"/>
              </a:ext>
            </a:extLst>
          </p:cNvPr>
          <p:cNvCxnSpPr>
            <a:cxnSpLocks/>
          </p:cNvCxnSpPr>
          <p:nvPr/>
        </p:nvCxnSpPr>
        <p:spPr>
          <a:xfrm flipH="1" flipV="1">
            <a:off x="2522220" y="2004060"/>
            <a:ext cx="174321" cy="21420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CCD7B2C-9DD0-0A02-6393-880D23230A9E}"/>
              </a:ext>
            </a:extLst>
          </p:cNvPr>
          <p:cNvCxnSpPr>
            <a:cxnSpLocks/>
            <a:endCxn id="118" idx="0"/>
          </p:cNvCxnSpPr>
          <p:nvPr/>
        </p:nvCxnSpPr>
        <p:spPr>
          <a:xfrm flipH="1">
            <a:off x="2019740" y="2013585"/>
            <a:ext cx="35755" cy="20467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F0EB5D9F-E1C3-E51B-FF3E-81D12F70B76C}"/>
              </a:ext>
            </a:extLst>
          </p:cNvPr>
          <p:cNvSpPr txBox="1"/>
          <p:nvPr/>
        </p:nvSpPr>
        <p:spPr>
          <a:xfrm>
            <a:off x="2216640" y="208507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3949553-17A2-69EA-4BB5-5ACF94159DA4}"/>
              </a:ext>
            </a:extLst>
          </p:cNvPr>
          <p:cNvSpPr txBox="1"/>
          <p:nvPr/>
        </p:nvSpPr>
        <p:spPr>
          <a:xfrm>
            <a:off x="3578685" y="1890576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1CDAC03-6538-3053-B306-ADE56881377E}"/>
              </a:ext>
            </a:extLst>
          </p:cNvPr>
          <p:cNvSpPr txBox="1"/>
          <p:nvPr/>
        </p:nvSpPr>
        <p:spPr>
          <a:xfrm>
            <a:off x="4765551" y="208507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D398D7F-C6A9-15B4-E1C6-C3E37CEA6FE1}"/>
              </a:ext>
            </a:extLst>
          </p:cNvPr>
          <p:cNvSpPr txBox="1"/>
          <p:nvPr/>
        </p:nvSpPr>
        <p:spPr>
          <a:xfrm>
            <a:off x="5435504" y="208507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AF1E2B8-DADE-28DB-43C9-F71C0E5C7BC0}"/>
              </a:ext>
            </a:extLst>
          </p:cNvPr>
          <p:cNvSpPr txBox="1"/>
          <p:nvPr/>
        </p:nvSpPr>
        <p:spPr>
          <a:xfrm>
            <a:off x="6098891" y="2085077"/>
            <a:ext cx="37189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manifold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BDDDA75-6C3E-1695-747C-F2EDCA74EF26}"/>
              </a:ext>
            </a:extLst>
          </p:cNvPr>
          <p:cNvSpPr txBox="1"/>
          <p:nvPr/>
        </p:nvSpPr>
        <p:spPr>
          <a:xfrm>
            <a:off x="3865108" y="1893269"/>
            <a:ext cx="317395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coolant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3CD65D6-5C87-C6C9-156C-3ECEB83C869B}"/>
              </a:ext>
            </a:extLst>
          </p:cNvPr>
          <p:cNvSpPr txBox="1"/>
          <p:nvPr/>
        </p:nvSpPr>
        <p:spPr>
          <a:xfrm>
            <a:off x="4372746" y="1893269"/>
            <a:ext cx="23884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F82H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D65941F-0E65-624E-6944-8ACC72D857C5}"/>
              </a:ext>
            </a:extLst>
          </p:cNvPr>
          <p:cNvCxnSpPr>
            <a:cxnSpLocks/>
            <a:stCxn id="176" idx="2"/>
            <a:endCxn id="148" idx="2"/>
          </p:cNvCxnSpPr>
          <p:nvPr/>
        </p:nvCxnSpPr>
        <p:spPr>
          <a:xfrm flipV="1">
            <a:off x="5242512" y="2010994"/>
            <a:ext cx="0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1715D2D4-CC1C-CD7D-D81A-2110F6E1E36A}"/>
              </a:ext>
            </a:extLst>
          </p:cNvPr>
          <p:cNvCxnSpPr>
            <a:cxnSpLocks/>
            <a:stCxn id="173" idx="2"/>
          </p:cNvCxnSpPr>
          <p:nvPr/>
        </p:nvCxnSpPr>
        <p:spPr>
          <a:xfrm flipV="1">
            <a:off x="4576252" y="2002155"/>
            <a:ext cx="376748" cy="21610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2CDEC2E-71A2-3426-6FBE-180D51769799}"/>
              </a:ext>
            </a:extLst>
          </p:cNvPr>
          <p:cNvCxnSpPr>
            <a:cxnSpLocks/>
          </p:cNvCxnSpPr>
          <p:nvPr/>
        </p:nvCxnSpPr>
        <p:spPr>
          <a:xfrm flipH="1" flipV="1">
            <a:off x="5520690" y="2005965"/>
            <a:ext cx="388082" cy="20721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E65D437-F29E-0C83-2ECF-99D0B8EE2D72}"/>
              </a:ext>
            </a:extLst>
          </p:cNvPr>
          <p:cNvCxnSpPr>
            <a:cxnSpLocks/>
            <a:stCxn id="104" idx="0"/>
            <a:endCxn id="141" idx="2"/>
          </p:cNvCxnSpPr>
          <p:nvPr/>
        </p:nvCxnSpPr>
        <p:spPr>
          <a:xfrm flipH="1" flipV="1">
            <a:off x="2859497" y="2010994"/>
            <a:ext cx="43553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533FB75-3942-8779-956E-FE8646D72247}"/>
              </a:ext>
            </a:extLst>
          </p:cNvPr>
          <p:cNvCxnSpPr>
            <a:cxnSpLocks/>
            <a:stCxn id="48" idx="0"/>
            <a:endCxn id="143" idx="2"/>
          </p:cNvCxnSpPr>
          <p:nvPr/>
        </p:nvCxnSpPr>
        <p:spPr>
          <a:xfrm flipV="1">
            <a:off x="3016070" y="2010994"/>
            <a:ext cx="262733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6056AB1-2EF0-5B15-E692-15CFECA23068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2990850" y="2005965"/>
            <a:ext cx="135690" cy="21229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2B197ED1-4B53-E02E-FCAA-4F9786F582D9}"/>
              </a:ext>
            </a:extLst>
          </p:cNvPr>
          <p:cNvCxnSpPr>
            <a:cxnSpLocks/>
            <a:stCxn id="28" idx="0"/>
            <a:endCxn id="210" idx="2"/>
          </p:cNvCxnSpPr>
          <p:nvPr/>
        </p:nvCxnSpPr>
        <p:spPr>
          <a:xfrm flipV="1">
            <a:off x="3164428" y="2013687"/>
            <a:ext cx="462347" cy="20457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9B3E33E-8038-8DAE-05FA-6AEA32013A8E}"/>
              </a:ext>
            </a:extLst>
          </p:cNvPr>
          <p:cNvCxnSpPr>
            <a:cxnSpLocks/>
            <a:stCxn id="166" idx="2"/>
            <a:endCxn id="210" idx="2"/>
          </p:cNvCxnSpPr>
          <p:nvPr/>
        </p:nvCxnSpPr>
        <p:spPr>
          <a:xfrm flipH="1" flipV="1">
            <a:off x="3626775" y="2013687"/>
            <a:ext cx="473427" cy="20457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C1463A39-ED2D-A64A-9793-847A1D723F50}"/>
              </a:ext>
            </a:extLst>
          </p:cNvPr>
          <p:cNvCxnSpPr>
            <a:cxnSpLocks/>
            <a:stCxn id="164" idx="2"/>
            <a:endCxn id="219" idx="2"/>
          </p:cNvCxnSpPr>
          <p:nvPr/>
        </p:nvCxnSpPr>
        <p:spPr>
          <a:xfrm flipH="1" flipV="1">
            <a:off x="4023806" y="2010994"/>
            <a:ext cx="227961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3DFC1E0-17F0-9817-E999-3C6EF2BB6A20}"/>
              </a:ext>
            </a:extLst>
          </p:cNvPr>
          <p:cNvCxnSpPr>
            <a:cxnSpLocks/>
            <a:stCxn id="162" idx="2"/>
          </p:cNvCxnSpPr>
          <p:nvPr/>
        </p:nvCxnSpPr>
        <p:spPr>
          <a:xfrm flipV="1">
            <a:off x="4137569" y="2011680"/>
            <a:ext cx="221071" cy="20658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DFDAE18B-AE9F-3BE8-C102-32FDCA1B6038}"/>
              </a:ext>
            </a:extLst>
          </p:cNvPr>
          <p:cNvCxnSpPr>
            <a:cxnSpLocks/>
            <a:stCxn id="167" idx="2"/>
            <a:endCxn id="220" idx="2"/>
          </p:cNvCxnSpPr>
          <p:nvPr/>
        </p:nvCxnSpPr>
        <p:spPr>
          <a:xfrm flipV="1">
            <a:off x="4365813" y="2010994"/>
            <a:ext cx="126357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4730717D-1F94-205A-EFC1-2A0F377C7342}"/>
              </a:ext>
            </a:extLst>
          </p:cNvPr>
          <p:cNvSpPr txBox="1"/>
          <p:nvPr/>
        </p:nvSpPr>
        <p:spPr>
          <a:xfrm>
            <a:off x="4221837" y="2457782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3AD354B-D388-0B7B-0DC6-B9289440DEB6}"/>
              </a:ext>
            </a:extLst>
          </p:cNvPr>
          <p:cNvSpPr txBox="1"/>
          <p:nvPr/>
        </p:nvSpPr>
        <p:spPr>
          <a:xfrm>
            <a:off x="3254675" y="259121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B2EF26AC-7AA4-E341-290A-91F2FB9E0DC6}"/>
              </a:ext>
            </a:extLst>
          </p:cNvPr>
          <p:cNvSpPr txBox="1"/>
          <p:nvPr/>
        </p:nvSpPr>
        <p:spPr>
          <a:xfrm>
            <a:off x="2990567" y="259121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4BF3A93-D490-F31E-6BC9-2F5622272647}"/>
              </a:ext>
            </a:extLst>
          </p:cNvPr>
          <p:cNvCxnSpPr>
            <a:cxnSpLocks/>
            <a:endCxn id="104" idx="2"/>
          </p:cNvCxnSpPr>
          <p:nvPr/>
        </p:nvCxnSpPr>
        <p:spPr>
          <a:xfrm flipH="1" flipV="1">
            <a:off x="2903050" y="2446861"/>
            <a:ext cx="80180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4CA8D1AB-7F59-0E97-1C51-76766C07F726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091815" y="2446861"/>
            <a:ext cx="34725" cy="14774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2308AADF-20BE-4491-70E0-0F7EB4EF7CD7}"/>
              </a:ext>
            </a:extLst>
          </p:cNvPr>
          <p:cNvCxnSpPr>
            <a:cxnSpLocks/>
            <a:stCxn id="268" idx="0"/>
            <a:endCxn id="28" idx="2"/>
          </p:cNvCxnSpPr>
          <p:nvPr/>
        </p:nvCxnSpPr>
        <p:spPr>
          <a:xfrm flipH="1" flipV="1">
            <a:off x="3164428" y="2446861"/>
            <a:ext cx="158375" cy="14435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6EE413ED-8D87-CA99-00E7-5F6A0824F9DC}"/>
              </a:ext>
            </a:extLst>
          </p:cNvPr>
          <p:cNvSpPr txBox="1"/>
          <p:nvPr/>
        </p:nvSpPr>
        <p:spPr>
          <a:xfrm>
            <a:off x="4143846" y="259053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C4A7367D-2CB6-9EBC-1624-484C401F59D0}"/>
              </a:ext>
            </a:extLst>
          </p:cNvPr>
          <p:cNvSpPr txBox="1"/>
          <p:nvPr/>
        </p:nvSpPr>
        <p:spPr>
          <a:xfrm>
            <a:off x="3879738" y="259053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A5BDE601-32D4-BD02-70BF-F97D904E5304}"/>
              </a:ext>
            </a:extLst>
          </p:cNvPr>
          <p:cNvCxnSpPr>
            <a:cxnSpLocks/>
            <a:endCxn id="167" idx="0"/>
          </p:cNvCxnSpPr>
          <p:nvPr/>
        </p:nvCxnSpPr>
        <p:spPr>
          <a:xfrm flipV="1">
            <a:off x="4282440" y="2446861"/>
            <a:ext cx="83373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B9A5EC9C-4E34-CB0D-EC65-210F9651FC45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 flipV="1">
            <a:off x="4137569" y="2446861"/>
            <a:ext cx="45811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A1BA7232-F5A3-B1A4-9850-44AD813588DA}"/>
              </a:ext>
            </a:extLst>
          </p:cNvPr>
          <p:cNvCxnSpPr>
            <a:cxnSpLocks/>
            <a:stCxn id="300" idx="0"/>
            <a:endCxn id="166" idx="0"/>
          </p:cNvCxnSpPr>
          <p:nvPr/>
        </p:nvCxnSpPr>
        <p:spPr>
          <a:xfrm flipV="1">
            <a:off x="3947866" y="2446861"/>
            <a:ext cx="152336" cy="14367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FBA8665-3F32-FC8A-FFBF-77F4D86C5EB0}"/>
              </a:ext>
            </a:extLst>
          </p:cNvPr>
          <p:cNvSpPr txBox="1"/>
          <p:nvPr/>
        </p:nvSpPr>
        <p:spPr>
          <a:xfrm>
            <a:off x="6257588" y="2457782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595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</TotalTime>
  <Words>75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393</cp:revision>
  <dcterms:created xsi:type="dcterms:W3CDTF">2025-10-20T19:52:52Z</dcterms:created>
  <dcterms:modified xsi:type="dcterms:W3CDTF">2026-05-20T05:32:53Z</dcterms:modified>
</cp:coreProperties>
</file>