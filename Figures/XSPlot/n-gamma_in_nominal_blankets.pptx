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00" d="100"/>
          <a:sy n="100" d="100"/>
        </p:scale>
        <p:origin x="542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C7185-82F5-37FA-89B5-FB6B48385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747858-D5A7-A40A-137A-CA93E8839B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422A3-ED07-7F8D-42CB-C3380F606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65CCD-2A1E-4C6F-B881-819CD383C81D}" type="datetimeFigureOut">
              <a:rPr lang="en-US" smtClean="0"/>
              <a:t>06/22/2026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677C1-8A18-755A-92BE-A9BC229A9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303FC-DFDF-3F24-DF43-0D018F2AD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63F43-5A68-41D7-926B-00A5FE128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455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D2E0F-DF91-0AFD-62A9-78C6ACF05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4204A-F0D6-A5BB-11D2-95CAA57AB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DD8D9-6A94-90D5-04DB-C8B2ED24E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65CCD-2A1E-4C6F-B881-819CD383C81D}" type="datetimeFigureOut">
              <a:rPr lang="en-US" smtClean="0"/>
              <a:t>06/22/2026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EE7E4-54AC-B4FF-1DE7-1A242D823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D786D-B9EF-2369-D306-FA5D6DE2D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63F43-5A68-41D7-926B-00A5FE128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537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BA909-A528-B66C-FE71-ECE6744B2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89D10-37FD-A42C-491C-029FFB55D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30643-5E4D-D49F-EFCF-D861F847E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65CCD-2A1E-4C6F-B881-819CD383C81D}" type="datetimeFigureOut">
              <a:rPr lang="en-US" smtClean="0"/>
              <a:t>06/22/2026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28919-A330-3214-18DD-EE27A3ADD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EE110-A176-F3BE-63F6-9AC87CC4F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63F43-5A68-41D7-926B-00A5FE128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613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BC3BE-20BA-D687-8A10-09A4EE93B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98475-9A39-52F3-49F9-36245882C5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43EC30-BB06-8BC1-6451-BB87C43CFF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312DB-B3CC-FA88-9CEE-C6C37DA30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65CCD-2A1E-4C6F-B881-819CD383C81D}" type="datetimeFigureOut">
              <a:rPr lang="en-US" smtClean="0"/>
              <a:t>06/22/2026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D3DF7-83D1-EAAF-89BB-92DB24D32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3616DC-63E2-E01D-BFC6-261F422BE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63F43-5A68-41D7-926B-00A5FE128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540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B9A32-4707-48E7-302F-380B51A2E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2E90F8-942C-CBA4-D6F9-647E9E1E4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73C4DA-8F5E-5B04-F6BC-E4335E1295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2E171E-1117-EA72-44C1-395F85A209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5C46F5-31F5-800B-ADE3-F4853CA9D2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25232C-ABEE-11ED-85A5-C352A5EA3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65CCD-2A1E-4C6F-B881-819CD383C81D}" type="datetimeFigureOut">
              <a:rPr lang="en-US" smtClean="0"/>
              <a:t>06/22/2026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4E0B29-A437-51C5-8105-1B8D90473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A9057B-FBCF-66AE-7D78-0931FC60C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63F43-5A68-41D7-926B-00A5FE128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952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1A397-965E-6DF2-7054-733AD1E83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BAA945-7487-D2AC-C89F-A6182F1DE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65CCD-2A1E-4C6F-B881-819CD383C81D}" type="datetimeFigureOut">
              <a:rPr lang="en-US" smtClean="0"/>
              <a:t>06/22/2026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759AD7-9CAB-9F90-292F-ED9F46793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287DF0-102D-BCCC-34A3-EF95AAB9B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63F43-5A68-41D7-926B-00A5FE128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446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74A563-A620-20F5-B62B-418EF6915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65CCD-2A1E-4C6F-B881-819CD383C81D}" type="datetimeFigureOut">
              <a:rPr lang="en-US" smtClean="0"/>
              <a:t>06/22/2026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3E4598-FA39-F91F-19AE-7B0E07DAE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9B49D-9ECB-AD0C-E7AF-89F410437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63F43-5A68-41D7-926B-00A5FE128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764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0CB4A-CA62-CE87-C607-911C97CE0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62DCD-D6F1-375B-DEAA-85CFAB313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E875C6-A0A0-185D-220D-BC61E3EEAB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A24EA4-C01F-FE1D-FDFD-29C708FED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65CCD-2A1E-4C6F-B881-819CD383C81D}" type="datetimeFigureOut">
              <a:rPr lang="en-US" smtClean="0"/>
              <a:t>06/22/2026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3C5065-1793-8457-3C34-72491E659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43CB54-48BF-CC7A-ACED-70FF40A0E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63F43-5A68-41D7-926B-00A5FE128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796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35A04-0417-1DB6-F81D-4DF9A1150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A3DBC5-9680-7C6E-54A8-556963FCA9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D85884-58B4-6FFB-FCA9-7F1FF6166E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D56D05-1261-76E2-A204-45A597BF6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65CCD-2A1E-4C6F-B881-819CD383C81D}" type="datetimeFigureOut">
              <a:rPr lang="en-US" smtClean="0"/>
              <a:t>06/22/2026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41C3F1-CE72-6AFE-1074-950F127B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CC2336-74C8-EB54-E51E-C82FC7725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63F43-5A68-41D7-926B-00A5FE128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94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19EBA-4E0C-8670-4C56-3ACB54833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C844EB-55FE-6FC4-E0F6-53BE2445BF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0C22D-260A-599D-A196-998FA66A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65CCD-2A1E-4C6F-B881-819CD383C81D}" type="datetimeFigureOut">
              <a:rPr lang="en-US" smtClean="0"/>
              <a:t>06/22/2026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95836-1018-28BF-0511-C6988BBF7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EDB0F-0D01-21A1-C4DD-F87701E0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63F43-5A68-41D7-926B-00A5FE128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07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FC437E-FC6F-73A2-E855-AE451E68FF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CA6ABF-79C8-8B09-C0A7-ED2FA8BC5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B15CB-49D4-82BD-4CBE-5151455B0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65CCD-2A1E-4C6F-B881-819CD383C81D}" type="datetimeFigureOut">
              <a:rPr lang="en-US" smtClean="0"/>
              <a:t>06/22/2026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CE685-48ED-EF37-8B68-0F26C1E29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17FCF-2B75-24D5-19F9-D5B7043F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63F43-5A68-41D7-926B-00A5FE128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938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4B8528-F81B-7766-343A-6C6772521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AFEFD-F166-FE3C-7DB0-F5CDE813A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C69BA-4FD0-A9AB-688C-CBBE0FADA0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265CCD-2A1E-4C6F-B881-819CD383C81D}" type="datetimeFigureOut">
              <a:rPr lang="en-US" smtClean="0"/>
              <a:t>06/22/2026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B9F57-7F25-8A3B-0B77-D3D2B23902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C8167-9762-C831-75B7-8905C2D67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263F43-5A68-41D7-926B-00A5FE128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540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024D73-1BF7-9E3A-1021-E9F18A359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749" y="0"/>
            <a:ext cx="8028501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9E8DB8-07A3-C701-9555-AC1B6B9AD25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9000"/>
          </a:blip>
          <a:srcRect l="26951" t="8179"/>
          <a:stretch>
            <a:fillRect/>
          </a:stretch>
        </p:blipFill>
        <p:spPr>
          <a:xfrm>
            <a:off x="1198880" y="274319"/>
            <a:ext cx="11125200" cy="62970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F59857-7BA1-AB7D-3B6A-078A324BB9F5}"/>
              </a:ext>
            </a:extLst>
          </p:cNvPr>
          <p:cNvSpPr txBox="1"/>
          <p:nvPr/>
        </p:nvSpPr>
        <p:spPr>
          <a:xfrm>
            <a:off x="3794760" y="434340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Cr-52 (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n,gamma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37244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97746-7E89-DB93-0C28-80E7F5D43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E363F1-B7D8-072A-52D0-0593F0945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749" y="0"/>
            <a:ext cx="8028501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2525BA-373A-507B-EE3B-032B8C5F62C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3000"/>
          </a:blip>
          <a:stretch>
            <a:fillRect/>
          </a:stretch>
        </p:blipFill>
        <p:spPr>
          <a:xfrm>
            <a:off x="2766061" y="0"/>
            <a:ext cx="781812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A59ECE-F78D-FD22-3CA3-13BC774491B8}"/>
              </a:ext>
            </a:extLst>
          </p:cNvPr>
          <p:cNvSpPr txBox="1"/>
          <p:nvPr/>
        </p:nvSpPr>
        <p:spPr>
          <a:xfrm>
            <a:off x="3634740" y="830580"/>
            <a:ext cx="2018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Fe-56 (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n,gamma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64898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0FEF5-BCDB-3871-B9A1-41BC91D23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9D29F4-1AA3-3920-2747-4CD5334FB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749" y="0"/>
            <a:ext cx="802850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1BE6A4-1624-95C1-BC76-7848680C2C58}"/>
              </a:ext>
            </a:extLst>
          </p:cNvPr>
          <p:cNvSpPr txBox="1"/>
          <p:nvPr/>
        </p:nvSpPr>
        <p:spPr>
          <a:xfrm>
            <a:off x="3634740" y="830580"/>
            <a:ext cx="189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F-19 (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n,gamma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A45163-92BC-F894-775B-F85426056B2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2697479" y="0"/>
            <a:ext cx="77647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410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18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Park</dc:creator>
  <cp:lastModifiedBy>Patrick Park</cp:lastModifiedBy>
  <cp:revision>5</cp:revision>
  <dcterms:created xsi:type="dcterms:W3CDTF">2026-06-22T16:47:45Z</dcterms:created>
  <dcterms:modified xsi:type="dcterms:W3CDTF">2026-06-22T17:40:38Z</dcterms:modified>
</cp:coreProperties>
</file>