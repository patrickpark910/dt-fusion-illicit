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5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EBEB-F62D-7A27-D0A2-E7A2BBB2A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8791B-F890-3803-EE7E-320E027D8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C4C61-8E51-FE8F-BA02-A7B1D138A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D9E12-8306-8476-2E6B-76A9A1CA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F2E4A-045B-3D2C-C6A4-B0766F25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9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B2DD-D66B-88B2-52EF-06B5CA81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05E4-6C6F-084B-2861-DFBA7078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8FE21-605F-9D7A-43BB-EE581119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215EB-6F25-C977-E17B-B0DBBA1B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EEAF3-847C-170B-2F03-369B6450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7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CA48-85E3-9D02-B7EA-4368E8F4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FED3A-F416-2112-DB9F-ED715815E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4A48-C9A7-4C0F-09F7-22D457CA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C904A-ACBE-EF33-0322-02BB7E17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3ADA9-2ACC-074E-25D1-7336666F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5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D3C7-EFFA-6560-52DA-1FF6D1EF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2467C-2FB0-6482-7F82-EBBADFB1E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9536-D477-41E2-0B13-40B7C51DD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54A11-C7F1-1C7C-64EF-354D3DBE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86E9A-D834-4D37-DD97-3BC2510E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D35CE-1528-4EA4-9052-64427CFE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2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3076-B2B3-5902-09AC-54D50175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D9B2B-781C-2F5A-1669-BD76F84D8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9FD57-2AB7-84DB-BECF-D2B185CBD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E246E-77DA-7BA4-2013-936B9947D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24A32-BC9C-61DA-9C9D-71BAAAF5C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1B0DA6-2088-3BFF-7671-AA1D55908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76D63-1145-1530-431D-014BF34D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6D8DF-E106-55B0-58FC-DFAE3CC6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7005-4161-7838-6543-8CFC41FC2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27869-F4F5-D1C1-CEA5-B15E56C5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528E1-76D5-B223-D2AD-EE776026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94633-F696-3FF7-59F8-E4C763B3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0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11D8E-CC10-D5A7-9003-60570E03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3DBC5-1EA1-965F-C6BC-86D9AB79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8A55C-CAB2-8FD3-A832-E401AFC6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7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6114-F8D2-FBE5-88B7-C4E1B2AD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C512-1C47-49DA-6397-A411D7B41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A1C21-54A4-0AD3-A153-590FD7268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9A5B-253E-5CFF-4BE2-FCD4FEE1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5A69D-D5F0-5CC0-2094-7D888C06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12257-482C-B36F-8842-94D342AE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3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5D2E-443B-CD1A-4D7F-6C74F540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FA509-CE86-B2DA-F337-DE7D546D9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99621-9E34-4D25-4BAB-2055143B6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2A550-BC68-8F7D-4FFA-863B6F6F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E4B0E-025E-2BB0-64A2-C76B8FB8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21857-5924-48B4-B223-D759E043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8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5FBD-289F-11B5-B1DF-C4FBEE5B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7F6B3-54EA-E738-A603-2B9C284AC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7FD3F-7C66-E72D-AD10-DBD25017E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3B45-6296-D498-6A61-9425B8B1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FF76-CDE5-53D9-F6C2-A15B16C4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5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DADF6-C557-A5F8-459D-B05747BF1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D3E73-1597-6790-A102-D8FEAEBA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3B601-9A58-5B34-F955-27C53E97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82C1E-219D-2B6D-C5EF-F5CC6904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01C0-CB73-3D39-CE0B-0030BE70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52DDC-7A8D-310B-0024-24EB2276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85A3F-C1F8-045C-822A-47699373A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2E89-957F-FD1C-CBA5-8A4E8F0DC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68865-B1B2-469C-A396-80471435F566}" type="datetimeFigureOut">
              <a:rPr lang="en-US" smtClean="0"/>
              <a:t>06/01/2026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B4D3F-4C66-1133-CCD6-09F77D12B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8626F-6220-248D-91EC-37F05E2AD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95B31-CFEF-4BD5-B100-54DF2C8E5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9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E5B0C7-91A8-E37D-BBE4-F40E705EE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3170" y="0"/>
            <a:ext cx="8221294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C6EA2F3-292A-D11B-EC3D-968DAA9F9F7D}"/>
              </a:ext>
            </a:extLst>
          </p:cNvPr>
          <p:cNvGrpSpPr/>
          <p:nvPr/>
        </p:nvGrpSpPr>
        <p:grpSpPr>
          <a:xfrm>
            <a:off x="1553517" y="501093"/>
            <a:ext cx="8893844" cy="4820356"/>
            <a:chOff x="914400" y="390953"/>
            <a:chExt cx="6578576" cy="56125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5BE49E-5DFC-E892-2EBE-84C541049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41000"/>
            </a:blip>
            <a:stretch>
              <a:fillRect/>
            </a:stretch>
          </p:blipFill>
          <p:spPr>
            <a:xfrm>
              <a:off x="914400" y="390953"/>
              <a:ext cx="6578576" cy="543923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B71C0B4-CC3B-0722-0ECF-D3640C4CD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1000"/>
            </a:blip>
            <a:stretch>
              <a:fillRect/>
            </a:stretch>
          </p:blipFill>
          <p:spPr>
            <a:xfrm>
              <a:off x="1634955" y="5675586"/>
              <a:ext cx="5779859" cy="32789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AB19746-D070-AC20-8CE5-AF8B613E2248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FLiBe</a:t>
            </a:r>
          </a:p>
        </p:txBody>
      </p:sp>
    </p:spTree>
    <p:extLst>
      <p:ext uri="{BB962C8B-B14F-4D97-AF65-F5344CB8AC3E}">
        <p14:creationId xmlns:p14="http://schemas.microsoft.com/office/powerpoint/2010/main" val="173501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1A2B6BB-0DC4-DF4E-0389-BD16E3AD84A1}"/>
              </a:ext>
            </a:extLst>
          </p:cNvPr>
          <p:cNvGrpSpPr/>
          <p:nvPr/>
        </p:nvGrpSpPr>
        <p:grpSpPr>
          <a:xfrm>
            <a:off x="1433015" y="245911"/>
            <a:ext cx="5650058" cy="4820356"/>
            <a:chOff x="914400" y="390953"/>
            <a:chExt cx="6578576" cy="56125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0B3DE9-EA92-5028-E8C0-57D508746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90953"/>
              <a:ext cx="6578576" cy="543923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902E60-B9C5-74A4-2768-159630E0F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4955" y="5675586"/>
              <a:ext cx="5779859" cy="32789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A016CC-193E-A08D-369F-AEB7872E96F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49"/>
          <a:stretch>
            <a:fillRect/>
          </a:stretch>
        </p:blipFill>
        <p:spPr>
          <a:xfrm>
            <a:off x="3168000" y="4477862"/>
            <a:ext cx="3915073" cy="1864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7C7F0-1E05-C115-6B02-4549AF319FD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83" b="24963"/>
          <a:stretch>
            <a:fillRect/>
          </a:stretch>
        </p:blipFill>
        <p:spPr>
          <a:xfrm>
            <a:off x="2279176" y="3510145"/>
            <a:ext cx="4803897" cy="1899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293512-B999-F282-55E4-1587A381B9A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29" b="49741"/>
          <a:stretch>
            <a:fillRect/>
          </a:stretch>
        </p:blipFill>
        <p:spPr>
          <a:xfrm>
            <a:off x="3684232" y="1718333"/>
            <a:ext cx="3432961" cy="191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7C463-B396-23A8-122D-ACA9AD2FD54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70"/>
          <a:stretch>
            <a:fillRect/>
          </a:stretch>
        </p:blipFill>
        <p:spPr>
          <a:xfrm>
            <a:off x="3527999" y="776201"/>
            <a:ext cx="3432961" cy="14831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662A83-A238-8405-8255-D88B9C403E1D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FLiBe</a:t>
            </a:r>
          </a:p>
        </p:txBody>
      </p:sp>
    </p:spTree>
    <p:extLst>
      <p:ext uri="{BB962C8B-B14F-4D97-AF65-F5344CB8AC3E}">
        <p14:creationId xmlns:p14="http://schemas.microsoft.com/office/powerpoint/2010/main" val="158528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D160-B002-5B2C-FBC8-6A0BDAF7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F4E19-32CC-8575-3A27-76956C4CAD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3170" y="0"/>
            <a:ext cx="8221294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2665A58-FC9E-D82F-26B2-7893446BB043}"/>
              </a:ext>
            </a:extLst>
          </p:cNvPr>
          <p:cNvGrpSpPr/>
          <p:nvPr/>
        </p:nvGrpSpPr>
        <p:grpSpPr>
          <a:xfrm>
            <a:off x="1473958" y="-1"/>
            <a:ext cx="8910506" cy="6475863"/>
            <a:chOff x="443083" y="413534"/>
            <a:chExt cx="5652917" cy="485188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1A9068-6535-78E8-9DD9-696721C3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9000"/>
            </a:blip>
            <a:stretch>
              <a:fillRect/>
            </a:stretch>
          </p:blipFill>
          <p:spPr>
            <a:xfrm>
              <a:off x="443083" y="413534"/>
              <a:ext cx="5652917" cy="463006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FBE53D-F631-9FBE-34F7-7FE3C4274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9000"/>
            </a:blip>
            <a:stretch>
              <a:fillRect/>
            </a:stretch>
          </p:blipFill>
          <p:spPr>
            <a:xfrm>
              <a:off x="1093470" y="4923001"/>
              <a:ext cx="5002530" cy="34241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658245E-CD59-0614-4D43-0F7FEA1E3E32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FLiBe</a:t>
            </a:r>
          </a:p>
        </p:txBody>
      </p:sp>
    </p:spTree>
    <p:extLst>
      <p:ext uri="{BB962C8B-B14F-4D97-AF65-F5344CB8AC3E}">
        <p14:creationId xmlns:p14="http://schemas.microsoft.com/office/powerpoint/2010/main" val="397545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4BAA-FE4F-2DDF-079C-FD9A7427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0262DA-5C2E-D7EE-F7FC-1C1D0386D70B}"/>
              </a:ext>
            </a:extLst>
          </p:cNvPr>
          <p:cNvGrpSpPr/>
          <p:nvPr/>
        </p:nvGrpSpPr>
        <p:grpSpPr>
          <a:xfrm>
            <a:off x="1023582" y="87425"/>
            <a:ext cx="9260006" cy="6675041"/>
            <a:chOff x="443083" y="413534"/>
            <a:chExt cx="5652917" cy="485188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9BA1B6E-AE2A-2511-A5F2-A22B3EBC1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3083" y="413534"/>
              <a:ext cx="5652917" cy="463006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D54FD5-CF77-459A-AF4D-C745FAC4D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93470" y="4923001"/>
              <a:ext cx="5002530" cy="3424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0186EB0-1F30-1088-D053-AC31A02F2F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49"/>
          <a:stretch>
            <a:fillRect/>
          </a:stretch>
        </p:blipFill>
        <p:spPr>
          <a:xfrm>
            <a:off x="3910085" y="4495874"/>
            <a:ext cx="6598692" cy="1864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79C5F7-1115-BF44-1F16-E55D4921167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83" b="24963"/>
          <a:stretch>
            <a:fillRect/>
          </a:stretch>
        </p:blipFill>
        <p:spPr>
          <a:xfrm>
            <a:off x="2408830" y="2887252"/>
            <a:ext cx="8113594" cy="1899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5BB671-C479-D3C7-F74D-B628F2F9F6B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29" b="49741"/>
          <a:stretch>
            <a:fillRect/>
          </a:stretch>
        </p:blipFill>
        <p:spPr>
          <a:xfrm>
            <a:off x="4790365" y="1479680"/>
            <a:ext cx="5626290" cy="191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0E11A7-7DBE-0380-D3A4-0074719E9BC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70"/>
          <a:stretch>
            <a:fillRect/>
          </a:stretch>
        </p:blipFill>
        <p:spPr>
          <a:xfrm>
            <a:off x="4510585" y="250451"/>
            <a:ext cx="5602406" cy="14831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22377B-E34A-52FE-1AE2-D08B60AB7FC6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FLiBe</a:t>
            </a:r>
          </a:p>
        </p:txBody>
      </p:sp>
    </p:spTree>
    <p:extLst>
      <p:ext uri="{BB962C8B-B14F-4D97-AF65-F5344CB8AC3E}">
        <p14:creationId xmlns:p14="http://schemas.microsoft.com/office/powerpoint/2010/main" val="13040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6017-C5C1-353A-7603-D2BE7359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38B4EB-2EFF-2B49-CB8E-F2FA92EC1A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3170" y="0"/>
            <a:ext cx="822129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F1A9D9-2FD0-6D0A-4ED1-60DF203F03E4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DCLL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AC2E9B-F656-BF0C-2B0C-B838CD529A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569493" y="0"/>
            <a:ext cx="8814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66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D6F3-8C46-FC2D-E56B-5B347345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AD2D2-05E9-EF97-694F-16E33939E6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9493" y="0"/>
            <a:ext cx="881497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0A8A2-5265-C69D-0012-DD1DAF8BF802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DCLL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D61FA-BCE7-6B28-93A5-8EE0134FA9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84746" y="-141491"/>
            <a:ext cx="9689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8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C4D9-585D-7BAC-AC02-3CA1A624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F0C1C-11BF-44B9-92CB-E372ED0AE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9493" y="0"/>
            <a:ext cx="881497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9B74BA-8188-4A81-F763-1D72778C0E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49"/>
          <a:stretch>
            <a:fillRect/>
          </a:stretch>
        </p:blipFill>
        <p:spPr>
          <a:xfrm>
            <a:off x="4230805" y="4477862"/>
            <a:ext cx="6332561" cy="1864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64E082-48D6-BAEA-BFCB-4C51C55BF8E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83" b="24963"/>
          <a:stretch>
            <a:fillRect/>
          </a:stretch>
        </p:blipFill>
        <p:spPr>
          <a:xfrm>
            <a:off x="2845558" y="3201532"/>
            <a:ext cx="7717808" cy="1899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C04404-2197-28A6-B3A8-17DB521F9C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29" b="49741"/>
          <a:stretch>
            <a:fillRect/>
          </a:stretch>
        </p:blipFill>
        <p:spPr>
          <a:xfrm>
            <a:off x="5048931" y="1711509"/>
            <a:ext cx="5424984" cy="191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446942-C94C-B764-9F3B-E1317E1302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70"/>
          <a:stretch>
            <a:fillRect/>
          </a:stretch>
        </p:blipFill>
        <p:spPr>
          <a:xfrm>
            <a:off x="4838131" y="515805"/>
            <a:ext cx="5347059" cy="1483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29564B-81CC-211C-3BB5-793778CF60EA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DCLL</a:t>
            </a:r>
          </a:p>
        </p:txBody>
      </p:sp>
    </p:spTree>
    <p:extLst>
      <p:ext uri="{BB962C8B-B14F-4D97-AF65-F5344CB8AC3E}">
        <p14:creationId xmlns:p14="http://schemas.microsoft.com/office/powerpoint/2010/main" val="197653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337F6-9C61-B9EB-C99F-C7623AD5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E97E0-6A0B-9E90-D214-2A4DF2513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3170" y="0"/>
            <a:ext cx="822129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FC3746-347C-FB74-DE21-0D8000ED089E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DCLL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428FE-8975-685D-A1AB-89084B3FEE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549022" y="0"/>
            <a:ext cx="8835442" cy="63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9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3AC0E-F923-5F94-2E2B-1DF926B4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F4F6E-C4B8-96BD-2466-A93194BA67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3110" y="0"/>
            <a:ext cx="92804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459975-04D6-ADC8-404D-C9B6AA6639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49"/>
          <a:stretch>
            <a:fillRect/>
          </a:stretch>
        </p:blipFill>
        <p:spPr>
          <a:xfrm>
            <a:off x="3910085" y="4495874"/>
            <a:ext cx="6598692" cy="1864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82AE3A-6E1C-86FA-C502-DD947B2593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83" b="24963"/>
          <a:stretch>
            <a:fillRect/>
          </a:stretch>
        </p:blipFill>
        <p:spPr>
          <a:xfrm>
            <a:off x="2408830" y="2887252"/>
            <a:ext cx="8113594" cy="1899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0BE53A-7187-2696-0907-E2DED32E141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29" b="49741"/>
          <a:stretch>
            <a:fillRect/>
          </a:stretch>
        </p:blipFill>
        <p:spPr>
          <a:xfrm>
            <a:off x="4790365" y="1479680"/>
            <a:ext cx="5626290" cy="191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36B686-043D-EA3C-70D4-B3B4501C916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70"/>
          <a:stretch>
            <a:fillRect/>
          </a:stretch>
        </p:blipFill>
        <p:spPr>
          <a:xfrm>
            <a:off x="4510585" y="250451"/>
            <a:ext cx="5602406" cy="1483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8F3AE4-0BD5-E2B9-5A71-FA4CEC007DA1}"/>
              </a:ext>
            </a:extLst>
          </p:cNvPr>
          <p:cNvSpPr txBox="1"/>
          <p:nvPr/>
        </p:nvSpPr>
        <p:spPr>
          <a:xfrm>
            <a:off x="147108" y="141491"/>
            <a:ext cx="190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DCLL</a:t>
            </a:r>
          </a:p>
        </p:txBody>
      </p:sp>
    </p:spTree>
    <p:extLst>
      <p:ext uri="{BB962C8B-B14F-4D97-AF65-F5344CB8AC3E}">
        <p14:creationId xmlns:p14="http://schemas.microsoft.com/office/powerpoint/2010/main" val="182906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Park</dc:creator>
  <cp:lastModifiedBy>Patrick Park</cp:lastModifiedBy>
  <cp:revision>27</cp:revision>
  <dcterms:created xsi:type="dcterms:W3CDTF">2026-05-31T23:50:08Z</dcterms:created>
  <dcterms:modified xsi:type="dcterms:W3CDTF">2026-06-02T08:04:01Z</dcterms:modified>
</cp:coreProperties>
</file>